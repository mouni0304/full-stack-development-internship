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DD2DC-AFF9-44E4-A55E-374D7055A48C}" v="37" dt="2026-02-05T16:21:51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ka A" userId="3b84c50899620197" providerId="LiveId" clId="{59C48996-FA44-4C3E-AE56-2F9AF6BD55C4}"/>
    <pc:docChg chg="undo custSel addSld delSld modSld addSection delSection">
      <pc:chgData name="Mounika A" userId="3b84c50899620197" providerId="LiveId" clId="{59C48996-FA44-4C3E-AE56-2F9AF6BD55C4}" dt="2026-02-05T16:47:28.510" v="5238" actId="20577"/>
      <pc:docMkLst>
        <pc:docMk/>
      </pc:docMkLst>
      <pc:sldChg chg="modSp mod">
        <pc:chgData name="Mounika A" userId="3b84c50899620197" providerId="LiveId" clId="{59C48996-FA44-4C3E-AE56-2F9AF6BD55C4}" dt="2026-01-12T15:58:07.840" v="395" actId="20577"/>
        <pc:sldMkLst>
          <pc:docMk/>
          <pc:sldMk cId="3066724582" sldId="259"/>
        </pc:sldMkLst>
        <pc:spChg chg="mod">
          <ac:chgData name="Mounika A" userId="3b84c50899620197" providerId="LiveId" clId="{59C48996-FA44-4C3E-AE56-2F9AF6BD55C4}" dt="2026-01-12T15:37:11.614" v="236" actId="207"/>
          <ac:spMkLst>
            <pc:docMk/>
            <pc:sldMk cId="3066724582" sldId="259"/>
            <ac:spMk id="8" creationId="{00000000-0000-0000-0000-000000000000}"/>
          </ac:spMkLst>
        </pc:spChg>
        <pc:spChg chg="mod">
          <ac:chgData name="Mounika A" userId="3b84c50899620197" providerId="LiveId" clId="{59C48996-FA44-4C3E-AE56-2F9AF6BD55C4}" dt="2026-01-12T15:58:07.840" v="395" actId="20577"/>
          <ac:spMkLst>
            <pc:docMk/>
            <pc:sldMk cId="3066724582" sldId="259"/>
            <ac:spMk id="9" creationId="{00000000-0000-0000-0000-000000000000}"/>
          </ac:spMkLst>
        </pc:spChg>
        <pc:spChg chg="mod">
          <ac:chgData name="Mounika A" userId="3b84c50899620197" providerId="LiveId" clId="{59C48996-FA44-4C3E-AE56-2F9AF6BD55C4}" dt="2026-01-12T15:39:26.377" v="386" actId="1076"/>
          <ac:spMkLst>
            <pc:docMk/>
            <pc:sldMk cId="3066724582" sldId="259"/>
            <ac:spMk id="90" creationId="{00000000-0000-0000-0000-000000000000}"/>
          </ac:spMkLst>
        </pc:spChg>
        <pc:graphicFrameChg chg="modGraphic">
          <ac:chgData name="Mounika A" userId="3b84c50899620197" providerId="LiveId" clId="{59C48996-FA44-4C3E-AE56-2F9AF6BD55C4}" dt="2026-01-12T15:28:16.827" v="34" actId="20577"/>
          <ac:graphicFrameMkLst>
            <pc:docMk/>
            <pc:sldMk cId="3066724582" sldId="259"/>
            <ac:graphicFrameMk id="10" creationId="{00000000-0000-0000-0000-000000000000}"/>
          </ac:graphicFrameMkLst>
        </pc:graphicFrameChg>
      </pc:sldChg>
      <pc:sldChg chg="modSp mod">
        <pc:chgData name="Mounika A" userId="3b84c50899620197" providerId="LiveId" clId="{59C48996-FA44-4C3E-AE56-2F9AF6BD55C4}" dt="2026-02-02T07:35:21.983" v="3364" actId="2710"/>
        <pc:sldMkLst>
          <pc:docMk/>
          <pc:sldMk cId="516993045" sldId="260"/>
        </pc:sldMkLst>
        <pc:spChg chg="mod">
          <ac:chgData name="Mounika A" userId="3b84c50899620197" providerId="LiveId" clId="{59C48996-FA44-4C3E-AE56-2F9AF6BD55C4}" dt="2026-02-02T07:35:21.983" v="3364" actId="2710"/>
          <ac:spMkLst>
            <pc:docMk/>
            <pc:sldMk cId="516993045" sldId="260"/>
            <ac:spMk id="97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1-13T17:31:41.492" v="3280" actId="20577"/>
        <pc:sldMkLst>
          <pc:docMk/>
          <pc:sldMk cId="1558138914" sldId="261"/>
        </pc:sldMkLst>
        <pc:spChg chg="mod">
          <ac:chgData name="Mounika A" userId="3b84c50899620197" providerId="LiveId" clId="{59C48996-FA44-4C3E-AE56-2F9AF6BD55C4}" dt="2026-01-13T09:33:57.440" v="462" actId="20577"/>
          <ac:spMkLst>
            <pc:docMk/>
            <pc:sldMk cId="1558138914" sldId="261"/>
            <ac:spMk id="2" creationId="{00000000-0000-0000-0000-000000000000}"/>
          </ac:spMkLst>
        </pc:spChg>
        <pc:spChg chg="mod">
          <ac:chgData name="Mounika A" userId="3b84c50899620197" providerId="LiveId" clId="{59C48996-FA44-4C3E-AE56-2F9AF6BD55C4}" dt="2026-01-13T17:31:41.492" v="3280" actId="20577"/>
          <ac:spMkLst>
            <pc:docMk/>
            <pc:sldMk cId="1558138914" sldId="261"/>
            <ac:spMk id="3" creationId="{00000000-0000-0000-0000-000000000000}"/>
          </ac:spMkLst>
        </pc:spChg>
      </pc:sldChg>
      <pc:sldChg chg="addSp delSp modSp mod">
        <pc:chgData name="Mounika A" userId="3b84c50899620197" providerId="LiveId" clId="{59C48996-FA44-4C3E-AE56-2F9AF6BD55C4}" dt="2026-01-13T12:38:30.242" v="1601" actId="14100"/>
        <pc:sldMkLst>
          <pc:docMk/>
          <pc:sldMk cId="658682123" sldId="262"/>
        </pc:sldMkLst>
        <pc:spChg chg="mod">
          <ac:chgData name="Mounika A" userId="3b84c50899620197" providerId="LiveId" clId="{59C48996-FA44-4C3E-AE56-2F9AF6BD55C4}" dt="2026-01-13T12:38:30.242" v="1601" actId="14100"/>
          <ac:spMkLst>
            <pc:docMk/>
            <pc:sldMk cId="658682123" sldId="262"/>
            <ac:spMk id="3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1-13T15:40:24.097" v="1844" actId="1076"/>
        <pc:sldMkLst>
          <pc:docMk/>
          <pc:sldMk cId="2510696604" sldId="263"/>
        </pc:sldMkLst>
        <pc:spChg chg="mod">
          <ac:chgData name="Mounika A" userId="3b84c50899620197" providerId="LiveId" clId="{59C48996-FA44-4C3E-AE56-2F9AF6BD55C4}" dt="2026-01-13T15:40:24.097" v="1844" actId="1076"/>
          <ac:spMkLst>
            <pc:docMk/>
            <pc:sldMk cId="2510696604" sldId="263"/>
            <ac:spMk id="3" creationId="{00000000-0000-0000-0000-000000000000}"/>
          </ac:spMkLst>
        </pc:spChg>
      </pc:sldChg>
      <pc:sldChg chg="addSp modSp mod">
        <pc:chgData name="Mounika A" userId="3b84c50899620197" providerId="LiveId" clId="{59C48996-FA44-4C3E-AE56-2F9AF6BD55C4}" dt="2026-01-13T15:58:23.326" v="2079" actId="2710"/>
        <pc:sldMkLst>
          <pc:docMk/>
          <pc:sldMk cId="1206156993" sldId="264"/>
        </pc:sldMkLst>
        <pc:spChg chg="mod">
          <ac:chgData name="Mounika A" userId="3b84c50899620197" providerId="LiveId" clId="{59C48996-FA44-4C3E-AE56-2F9AF6BD55C4}" dt="2026-01-13T15:58:23.326" v="2079" actId="2710"/>
          <ac:spMkLst>
            <pc:docMk/>
            <pc:sldMk cId="1206156993" sldId="264"/>
            <ac:spMk id="3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2-05T04:26:13.039" v="3388" actId="123"/>
        <pc:sldMkLst>
          <pc:docMk/>
          <pc:sldMk cId="2516334746" sldId="265"/>
        </pc:sldMkLst>
        <pc:spChg chg="mod">
          <ac:chgData name="Mounika A" userId="3b84c50899620197" providerId="LiveId" clId="{59C48996-FA44-4C3E-AE56-2F9AF6BD55C4}" dt="2026-02-05T04:26:13.039" v="3388" actId="123"/>
          <ac:spMkLst>
            <pc:docMk/>
            <pc:sldMk cId="2516334746" sldId="265"/>
            <ac:spMk id="3" creationId="{00000000-0000-0000-0000-000000000000}"/>
          </ac:spMkLst>
        </pc:spChg>
      </pc:sldChg>
      <pc:sldChg chg="addSp delSp modSp mod">
        <pc:chgData name="Mounika A" userId="3b84c50899620197" providerId="LiveId" clId="{59C48996-FA44-4C3E-AE56-2F9AF6BD55C4}" dt="2026-02-05T16:42:32.808" v="5093" actId="20577"/>
        <pc:sldMkLst>
          <pc:docMk/>
          <pc:sldMk cId="3497100239" sldId="266"/>
        </pc:sldMkLst>
        <pc:graphicFrameChg chg="mod modGraphic">
          <ac:chgData name="Mounika A" userId="3b84c50899620197" providerId="LiveId" clId="{59C48996-FA44-4C3E-AE56-2F9AF6BD55C4}" dt="2026-02-05T16:42:32.808" v="5093" actId="20577"/>
          <ac:graphicFrameMkLst>
            <pc:docMk/>
            <pc:sldMk cId="3497100239" sldId="266"/>
            <ac:graphicFrameMk id="8" creationId="{00000000-0000-0000-0000-000000000000}"/>
          </ac:graphicFrameMkLst>
        </pc:graphicFrameChg>
      </pc:sldChg>
      <pc:sldChg chg="modSp mod">
        <pc:chgData name="Mounika A" userId="3b84c50899620197" providerId="LiveId" clId="{59C48996-FA44-4C3E-AE56-2F9AF6BD55C4}" dt="2026-01-13T17:32:35.395" v="3284" actId="14100"/>
        <pc:sldMkLst>
          <pc:docMk/>
          <pc:sldMk cId="295621377" sldId="267"/>
        </pc:sldMkLst>
        <pc:spChg chg="mod">
          <ac:chgData name="Mounika A" userId="3b84c50899620197" providerId="LiveId" clId="{59C48996-FA44-4C3E-AE56-2F9AF6BD55C4}" dt="2026-01-13T17:32:35.395" v="3284" actId="14100"/>
          <ac:spMkLst>
            <pc:docMk/>
            <pc:sldMk cId="295621377" sldId="267"/>
            <ac:spMk id="3" creationId="{00000000-0000-0000-0000-000000000000}"/>
          </ac:spMkLst>
        </pc:spChg>
      </pc:sldChg>
      <pc:sldChg chg="addSp delSp modSp add mod modClrScheme chgLayout">
        <pc:chgData name="Mounika A" userId="3b84c50899620197" providerId="LiveId" clId="{59C48996-FA44-4C3E-AE56-2F9AF6BD55C4}" dt="2026-01-13T10:40:41.019" v="846" actId="114"/>
        <pc:sldMkLst>
          <pc:docMk/>
          <pc:sldMk cId="1267070007" sldId="270"/>
        </pc:sldMkLst>
        <pc:spChg chg="mod ord">
          <ac:chgData name="Mounika A" userId="3b84c50899620197" providerId="LiveId" clId="{59C48996-FA44-4C3E-AE56-2F9AF6BD55C4}" dt="2026-01-13T10:40:41.019" v="846" actId="114"/>
          <ac:spMkLst>
            <pc:docMk/>
            <pc:sldMk cId="1267070007" sldId="270"/>
            <ac:spMk id="3" creationId="{27C076BA-35F8-F078-E369-B30E42BDF105}"/>
          </ac:spMkLst>
        </pc:spChg>
        <pc:spChg chg="mod ord">
          <ac:chgData name="Mounika A" userId="3b84c50899620197" providerId="LiveId" clId="{59C48996-FA44-4C3E-AE56-2F9AF6BD55C4}" dt="2026-01-13T10:34:55.626" v="803" actId="700"/>
          <ac:spMkLst>
            <pc:docMk/>
            <pc:sldMk cId="1267070007" sldId="270"/>
            <ac:spMk id="4" creationId="{0F732AC3-FCB1-7D58-E46E-32FF1E7F19FC}"/>
          </ac:spMkLst>
        </pc:spChg>
        <pc:spChg chg="add mod ord">
          <ac:chgData name="Mounika A" userId="3b84c50899620197" providerId="LiveId" clId="{59C48996-FA44-4C3E-AE56-2F9AF6BD55C4}" dt="2026-01-13T10:36:26.138" v="833" actId="1076"/>
          <ac:spMkLst>
            <pc:docMk/>
            <pc:sldMk cId="1267070007" sldId="270"/>
            <ac:spMk id="7" creationId="{3F3B51E5-BCA6-6BE4-34B1-4BC879B2F6FB}"/>
          </ac:spMkLst>
        </pc:spChg>
      </pc:sldChg>
      <pc:sldChg chg="addSp delSp modSp add mod chgLayout">
        <pc:chgData name="Mounika A" userId="3b84c50899620197" providerId="LiveId" clId="{59C48996-FA44-4C3E-AE56-2F9AF6BD55C4}" dt="2026-01-13T12:38:40.676" v="1603" actId="1076"/>
        <pc:sldMkLst>
          <pc:docMk/>
          <pc:sldMk cId="3191470131" sldId="271"/>
        </pc:sldMkLst>
        <pc:spChg chg="add del mod ord">
          <ac:chgData name="Mounika A" userId="3b84c50899620197" providerId="LiveId" clId="{59C48996-FA44-4C3E-AE56-2F9AF6BD55C4}" dt="2026-01-13T11:25:47.326" v="1137" actId="2711"/>
          <ac:spMkLst>
            <pc:docMk/>
            <pc:sldMk cId="3191470131" sldId="271"/>
            <ac:spMk id="3" creationId="{F6DB8AD8-122D-4D16-2F2C-0BAE2439590D}"/>
          </ac:spMkLst>
        </pc:spChg>
        <pc:spChg chg="mod ord">
          <ac:chgData name="Mounika A" userId="3b84c50899620197" providerId="LiveId" clId="{59C48996-FA44-4C3E-AE56-2F9AF6BD55C4}" dt="2026-01-13T11:10:11.501" v="961" actId="700"/>
          <ac:spMkLst>
            <pc:docMk/>
            <pc:sldMk cId="3191470131" sldId="271"/>
            <ac:spMk id="4" creationId="{FC2B0482-6547-F958-613A-0B43D366CE33}"/>
          </ac:spMkLst>
        </pc:spChg>
        <pc:spChg chg="mod ord">
          <ac:chgData name="Mounika A" userId="3b84c50899620197" providerId="LiveId" clId="{59C48996-FA44-4C3E-AE56-2F9AF6BD55C4}" dt="2026-01-13T11:32:50.105" v="1150" actId="1076"/>
          <ac:spMkLst>
            <pc:docMk/>
            <pc:sldMk cId="3191470131" sldId="271"/>
            <ac:spMk id="7" creationId="{DBA00D09-ECED-73D8-81B8-712668122799}"/>
          </ac:spMkLst>
        </pc:spChg>
        <pc:spChg chg="add mod">
          <ac:chgData name="Mounika A" userId="3b84c50899620197" providerId="LiveId" clId="{59C48996-FA44-4C3E-AE56-2F9AF6BD55C4}" dt="2026-01-13T12:38:40.676" v="1603" actId="1076"/>
          <ac:spMkLst>
            <pc:docMk/>
            <pc:sldMk cId="3191470131" sldId="271"/>
            <ac:spMk id="8" creationId="{059E93CB-2312-2EF3-2637-509EBD6D7157}"/>
          </ac:spMkLst>
        </pc:spChg>
        <pc:spChg chg="add mod">
          <ac:chgData name="Mounika A" userId="3b84c50899620197" providerId="LiveId" clId="{59C48996-FA44-4C3E-AE56-2F9AF6BD55C4}" dt="2026-01-13T11:24:37.561" v="1113" actId="1076"/>
          <ac:spMkLst>
            <pc:docMk/>
            <pc:sldMk cId="3191470131" sldId="271"/>
            <ac:spMk id="10" creationId="{6F20AA1D-CEE2-BA56-1558-416D9329BF34}"/>
          </ac:spMkLst>
        </pc:spChg>
        <pc:picChg chg="add mod">
          <ac:chgData name="Mounika A" userId="3b84c50899620197" providerId="LiveId" clId="{59C48996-FA44-4C3E-AE56-2F9AF6BD55C4}" dt="2026-01-13T11:32:59.771" v="1151" actId="1076"/>
          <ac:picMkLst>
            <pc:docMk/>
            <pc:sldMk cId="3191470131" sldId="271"/>
            <ac:picMk id="13" creationId="{203E88EE-50ED-AA97-7D5C-15D722FDB812}"/>
          </ac:picMkLst>
        </pc:picChg>
      </pc:sldChg>
      <pc:sldChg chg="modSp add mod">
        <pc:chgData name="Mounika A" userId="3b84c50899620197" providerId="LiveId" clId="{59C48996-FA44-4C3E-AE56-2F9AF6BD55C4}" dt="2026-02-05T16:47:28.510" v="5238" actId="20577"/>
        <pc:sldMkLst>
          <pc:docMk/>
          <pc:sldMk cId="972927743" sldId="272"/>
        </pc:sldMkLst>
        <pc:spChg chg="mod">
          <ac:chgData name="Mounika A" userId="3b84c50899620197" providerId="LiveId" clId="{59C48996-FA44-4C3E-AE56-2F9AF6BD55C4}" dt="2026-02-05T16:47:28.510" v="5238" actId="20577"/>
          <ac:spMkLst>
            <pc:docMk/>
            <pc:sldMk cId="972927743" sldId="272"/>
            <ac:spMk id="3" creationId="{00000000-0000-0000-0000-000000000000}"/>
          </ac:spMkLst>
        </pc:spChg>
      </pc:sldChg>
      <pc:sldChg chg="addSp delSp modSp add mod">
        <pc:chgData name="Mounika A" userId="3b84c50899620197" providerId="LiveId" clId="{59C48996-FA44-4C3E-AE56-2F9AF6BD55C4}" dt="2026-02-05T16:45:34.619" v="5177" actId="5793"/>
        <pc:sldMkLst>
          <pc:docMk/>
          <pc:sldMk cId="3552477036" sldId="273"/>
        </pc:sldMkLst>
        <pc:spChg chg="add del mod">
          <ac:chgData name="Mounika A" userId="3b84c50899620197" providerId="LiveId" clId="{59C48996-FA44-4C3E-AE56-2F9AF6BD55C4}" dt="2026-02-05T16:45:34.619" v="5177" actId="5793"/>
          <ac:spMkLst>
            <pc:docMk/>
            <pc:sldMk cId="3552477036" sldId="273"/>
            <ac:spMk id="3" creationId="{00000000-0000-0000-0000-000000000000}"/>
          </ac:spMkLst>
        </pc:spChg>
        <pc:spChg chg="add mod">
          <ac:chgData name="Mounika A" userId="3b84c50899620197" providerId="LiveId" clId="{59C48996-FA44-4C3E-AE56-2F9AF6BD55C4}" dt="2026-02-05T04:55:23.719" v="3409"/>
          <ac:spMkLst>
            <pc:docMk/>
            <pc:sldMk cId="3552477036" sldId="273"/>
            <ac:spMk id="5" creationId="{68BE037F-435C-DD04-EBC5-38C70D2262D8}"/>
          </ac:spMkLst>
        </pc:spChg>
      </pc:sldChg>
      <pc:sldChg chg="modSp add mod">
        <pc:chgData name="Mounika A" userId="3b84c50899620197" providerId="LiveId" clId="{59C48996-FA44-4C3E-AE56-2F9AF6BD55C4}" dt="2026-02-05T05:25:14.085" v="3527" actId="20577"/>
        <pc:sldMkLst>
          <pc:docMk/>
          <pc:sldMk cId="450598060" sldId="274"/>
        </pc:sldMkLst>
        <pc:spChg chg="mod">
          <ac:chgData name="Mounika A" userId="3b84c50899620197" providerId="LiveId" clId="{59C48996-FA44-4C3E-AE56-2F9AF6BD55C4}" dt="2026-02-05T05:25:14.085" v="3527" actId="20577"/>
          <ac:spMkLst>
            <pc:docMk/>
            <pc:sldMk cId="450598060" sldId="274"/>
            <ac:spMk id="3" creationId="{00000000-0000-0000-0000-000000000000}"/>
          </ac:spMkLst>
        </pc:spChg>
      </pc:sldChg>
      <pc:sldChg chg="add">
        <pc:chgData name="Mounika A" userId="3b84c50899620197" providerId="LiveId" clId="{59C48996-FA44-4C3E-AE56-2F9AF6BD55C4}" dt="2026-02-02T07:39:15.843" v="3368"/>
        <pc:sldMkLst>
          <pc:docMk/>
          <pc:sldMk cId="3128696043" sldId="275"/>
        </pc:sldMkLst>
      </pc:sldChg>
      <pc:sldChg chg="modSp add mod">
        <pc:chgData name="Mounika A" userId="3b84c50899620197" providerId="LiveId" clId="{59C48996-FA44-4C3E-AE56-2F9AF6BD55C4}" dt="2026-02-05T15:45:25.277" v="3599" actId="1076"/>
        <pc:sldMkLst>
          <pc:docMk/>
          <pc:sldMk cId="2246652179" sldId="276"/>
        </pc:sldMkLst>
        <pc:spChg chg="mod">
          <ac:chgData name="Mounika A" userId="3b84c50899620197" providerId="LiveId" clId="{59C48996-FA44-4C3E-AE56-2F9AF6BD55C4}" dt="2026-02-05T15:45:25.277" v="3599" actId="1076"/>
          <ac:spMkLst>
            <pc:docMk/>
            <pc:sldMk cId="2246652179" sldId="27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 &amp; Fundamentals</a:t>
          </a:r>
        </a:p>
        <a:p>
          <a:pPr algn="ctr">
            <a:buNone/>
          </a:pPr>
          <a:r>
            <a:rPr lang="en-IN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project requirements , development workflow and basic frontend concepts. </a:t>
          </a: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algn="ctr">
            <a:buNone/>
          </a:pPr>
          <a:br>
            <a:rPr lang="en-IN" sz="1500" dirty="0"/>
          </a:br>
          <a:endParaRPr lang="en-US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Frontend Skill Enhancement</a:t>
          </a:r>
        </a:p>
        <a:p>
          <a:pPr algn="ctr">
            <a:buNone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Improved frontend development skills through practical application and responsive design principles.</a:t>
          </a:r>
          <a:b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Dynamic Web Concepts</a:t>
          </a:r>
        </a:p>
        <a:p>
          <a:pPr algn="ctr"/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dynamic web concepts and interactive user interfaces. Understanding application flow  and improving UI consistency.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9BB442BC-DCA9-46C1-9C36-44515B49B3CD}">
      <dgm:prSet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Backend Concepts &amp; Integration</a:t>
          </a:r>
        </a:p>
        <a:p>
          <a:pPr algn="ctr"/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backend development fundamentals and basic data handling to support application functionality.</a:t>
          </a:r>
        </a:p>
        <a:p>
          <a:pPr algn="ctr"/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F6C6DA-3B02-4D40-90ED-93730FC27E61}" type="parTrans" cxnId="{E3F8BD36-0EEF-44A6-9C05-4E3093F4E564}">
      <dgm:prSet/>
      <dgm:spPr/>
      <dgm:t>
        <a:bodyPr/>
        <a:lstStyle/>
        <a:p>
          <a:endParaRPr lang="en-IN"/>
        </a:p>
      </dgm:t>
    </dgm:pt>
    <dgm:pt modelId="{0AC9A0C4-38C4-4D35-8B51-31A920652174}" type="sibTrans" cxnId="{E3F8BD36-0EEF-44A6-9C05-4E3093F4E564}">
      <dgm:prSet/>
      <dgm:spPr/>
      <dgm:t>
        <a:bodyPr/>
        <a:lstStyle/>
        <a:p>
          <a:endParaRPr lang="en-IN"/>
        </a:p>
      </dgm:t>
    </dgm:pt>
    <dgm:pt modelId="{9A63BEA4-D526-4F58-A07E-469E37F36631}">
      <dgm:prSet/>
      <dgm:spPr/>
      <dgm:t>
        <a:bodyPr/>
        <a:lstStyle/>
        <a:p>
          <a:pPr algn="r"/>
          <a:endParaRPr lang="en-IN" sz="1600" dirty="0"/>
        </a:p>
      </dgm:t>
    </dgm:pt>
    <dgm:pt modelId="{F52BA9BF-D337-426A-A074-3CD73E320C2C}" type="parTrans" cxnId="{5F2B0876-ED57-4DE3-83BC-0331A37AFE40}">
      <dgm:prSet/>
      <dgm:spPr/>
      <dgm:t>
        <a:bodyPr/>
        <a:lstStyle/>
        <a:p>
          <a:endParaRPr lang="en-IN"/>
        </a:p>
      </dgm:t>
    </dgm:pt>
    <dgm:pt modelId="{2611C598-3397-49F0-9EDE-5CE080A7E64D}" type="sibTrans" cxnId="{5F2B0876-ED57-4DE3-83BC-0331A37AFE40}">
      <dgm:prSet/>
      <dgm:spPr/>
      <dgm:t>
        <a:bodyPr/>
        <a:lstStyle/>
        <a:p>
          <a:endParaRPr lang="en-IN"/>
        </a:p>
      </dgm:t>
    </dgm:pt>
    <dgm:pt modelId="{DF430584-93F6-4183-8D23-46C5C682D99F}">
      <dgm:prSet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Project Completion and learning Outcomes</a:t>
          </a:r>
        </a:p>
        <a:p>
          <a:pPr algn="ctr"/>
          <a:r>
            <a:rPr lang="en-IN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Demonstrating overall understanding of application workflow along with improvement in technical knowledge and professional skills.</a:t>
          </a:r>
        </a:p>
      </dgm:t>
    </dgm:pt>
    <dgm:pt modelId="{6D9A6297-355E-4878-AB73-445AE18379B8}" type="parTrans" cxnId="{E62A48FC-DF14-4BF3-8885-B6851856778E}">
      <dgm:prSet/>
      <dgm:spPr/>
      <dgm:t>
        <a:bodyPr/>
        <a:lstStyle/>
        <a:p>
          <a:endParaRPr lang="en-IN"/>
        </a:p>
      </dgm:t>
    </dgm:pt>
    <dgm:pt modelId="{EF261575-F480-43CF-8FB1-E6BD03F36018}" type="sibTrans" cxnId="{E62A48FC-DF14-4BF3-8885-B6851856778E}">
      <dgm:prSet/>
      <dgm:spPr/>
      <dgm:t>
        <a:bodyPr/>
        <a:lstStyle/>
        <a:p>
          <a:endParaRPr lang="en-IN"/>
        </a:p>
      </dgm:t>
    </dgm:pt>
    <dgm:pt modelId="{2D353404-40E9-45E5-AAAB-1B7D4B27C3E0}">
      <dgm:prSet/>
      <dgm:spPr/>
      <dgm:t>
        <a:bodyPr/>
        <a:lstStyle/>
        <a:p>
          <a:pPr algn="r"/>
          <a:r>
            <a:rPr lang="en-US" sz="1800" dirty="0"/>
            <a:t> </a:t>
          </a:r>
          <a:endParaRPr lang="en-IN" sz="1800" dirty="0"/>
        </a:p>
      </dgm:t>
    </dgm:pt>
    <dgm:pt modelId="{9AA531C7-FD35-4494-88A2-E2FE7FEE4D63}" type="parTrans" cxnId="{750BC004-32C6-4A27-8DF9-FDF1125DF6B5}">
      <dgm:prSet/>
      <dgm:spPr/>
      <dgm:t>
        <a:bodyPr/>
        <a:lstStyle/>
        <a:p>
          <a:endParaRPr lang="en-IN"/>
        </a:p>
      </dgm:t>
    </dgm:pt>
    <dgm:pt modelId="{3E237263-6ED5-4870-9AA7-EE0C26A82F74}" type="sibTrans" cxnId="{750BC004-32C6-4A27-8DF9-FDF1125DF6B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750BC004-32C6-4A27-8DF9-FDF1125DF6B5}" srcId="{65C051F6-A849-4495-A964-CD4C650B9C06}" destId="{2D353404-40E9-45E5-AAAB-1B7D4B27C3E0}" srcOrd="1" destOrd="0" parTransId="{9AA531C7-FD35-4494-88A2-E2FE7FEE4D63}" sibTransId="{3E237263-6ED5-4870-9AA7-EE0C26A82F74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BE651013-278F-4F01-87BA-284EC436D936}" type="presOf" srcId="{A59EC69B-8F3F-425B-819F-E8C557946AEE}" destId="{4C66D42D-7E6D-4563-AFDC-369C30B73F70}" srcOrd="0" destOrd="0" presId="urn:microsoft.com/office/officeart/2011/layout/InterconnectedBlockProcess"/>
    <dgm:cxn modelId="{B560AB16-61C0-4128-9484-3AFE90E8BA38}" type="presOf" srcId="{9BB442BC-DCA9-46C1-9C36-44515B49B3CD}" destId="{98225A61-A0EC-450A-BED8-EF2E47E8FD18}" srcOrd="1" destOrd="0" presId="urn:microsoft.com/office/officeart/2011/layout/InterconnectedBlockProcess"/>
    <dgm:cxn modelId="{9CDED326-C91D-459D-B348-840FEB361876}" type="presOf" srcId="{9BB442BC-DCA9-46C1-9C36-44515B49B3CD}" destId="{FC0F1314-3294-4A8C-8DCE-EB53E236164C}" srcOrd="0" destOrd="0" presId="urn:microsoft.com/office/officeart/2011/layout/InterconnectedBlockProcess"/>
    <dgm:cxn modelId="{87964432-BBFD-4826-AEE8-034507A331B3}" type="presOf" srcId="{2D353404-40E9-45E5-AAAB-1B7D4B27C3E0}" destId="{8CAE5A4D-0C7B-48A6-917B-0B8433D0574B}" srcOrd="0" destOrd="1" presId="urn:microsoft.com/office/officeart/2011/layout/InterconnectedBlockProcess"/>
    <dgm:cxn modelId="{E3F8BD36-0EEF-44A6-9C05-4E3093F4E564}" srcId="{5E92505A-51E0-4F78-B3C5-704ACF8710DE}" destId="{9BB442BC-DCA9-46C1-9C36-44515B49B3CD}" srcOrd="0" destOrd="0" parTransId="{EAF6C6DA-3B02-4D40-90ED-93730FC27E61}" sibTransId="{0AC9A0C4-38C4-4D35-8B51-31A920652174}"/>
    <dgm:cxn modelId="{EF4B3165-9C09-4D86-ADD1-9B9FA996D95E}" type="presOf" srcId="{73DB572E-062D-41AD-8033-D361B8E583DB}" destId="{2532504F-5FE1-4C97-B485-F05E8885EACC}" srcOrd="0" destOrd="0" presId="urn:microsoft.com/office/officeart/2011/layout/InterconnectedBlockProcess"/>
    <dgm:cxn modelId="{34865F4C-0744-4A65-8B67-06CD3A74127E}" type="presOf" srcId="{9A63BEA4-D526-4F58-A07E-469E37F36631}" destId="{98225A61-A0EC-450A-BED8-EF2E47E8FD18}" srcOrd="1" destOrd="1" presId="urn:microsoft.com/office/officeart/2011/layout/InterconnectedBlockProcess"/>
    <dgm:cxn modelId="{67E72370-66A3-49BE-8306-E27D23BAE594}" type="presOf" srcId="{7B3055AA-BF7C-46D0-9A9E-60087B9F57B4}" destId="{00BB3360-A9BB-4051-A4B1-1216F82F642C}" srcOrd="0" destOrd="0" presId="urn:microsoft.com/office/officeart/2011/layout/InterconnectedBlockProcess"/>
    <dgm:cxn modelId="{5F2B0876-ED57-4DE3-83BC-0331A37AFE40}" srcId="{5E92505A-51E0-4F78-B3C5-704ACF8710DE}" destId="{9A63BEA4-D526-4F58-A07E-469E37F36631}" srcOrd="1" destOrd="0" parTransId="{F52BA9BF-D337-426A-A074-3CD73E320C2C}" sibTransId="{2611C598-3397-49F0-9EDE-5CE080A7E64D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8B8BD785-5477-4901-9F3F-69F8F94F6076}" type="presOf" srcId="{DF430584-93F6-4183-8D23-46C5C682D99F}" destId="{928B615F-0F8D-4140-A638-0FBB8F5BF1E9}" srcOrd="1" destOrd="0" presId="urn:microsoft.com/office/officeart/2011/layout/InterconnectedBlockProcess"/>
    <dgm:cxn modelId="{E3549C8B-2DC0-48BE-9C74-32F222C873EE}" type="presOf" srcId="{D471E45F-B026-44AA-9616-57E786AE80AF}" destId="{1C91D7E3-8940-4A33-9182-677DD5415901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B0A31AF-C052-4BB5-86F2-8AC3C5DF35BC}" type="presOf" srcId="{5E92505A-51E0-4F78-B3C5-704ACF8710DE}" destId="{2AAD338D-3122-4454-9A67-16BE024D44E3}" srcOrd="0" destOrd="0" presId="urn:microsoft.com/office/officeart/2011/layout/InterconnectedBlockProcess"/>
    <dgm:cxn modelId="{561D3AAF-AB97-4096-AC33-4F1FDB77E9D3}" type="presOf" srcId="{65C051F6-A849-4495-A964-CD4C650B9C06}" destId="{C73DE52A-2F45-45E6-AD0E-D5BEAF609F8E}" srcOrd="0" destOrd="0" presId="urn:microsoft.com/office/officeart/2011/layout/InterconnectedBlockProcess"/>
    <dgm:cxn modelId="{E19005B8-D8CE-4438-AFB1-3B36C081E16C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CAB133BD-C5F8-4FA3-9232-85841692BD91}" type="presOf" srcId="{9FED87C4-3F3B-4A18-9185-9F80CFEDEA2E}" destId="{06F8D57B-EDF4-4CF4-8700-DC2CA3E3028E}" srcOrd="0" destOrd="0" presId="urn:microsoft.com/office/officeart/2011/layout/InterconnectedBlockProcess"/>
    <dgm:cxn modelId="{0B5A12C4-1577-4052-BB36-38C3A2B282C8}" type="presOf" srcId="{73DB572E-062D-41AD-8033-D361B8E583DB}" destId="{0D08ED52-6744-4369-B780-916B09984775}" srcOrd="1" destOrd="0" presId="urn:microsoft.com/office/officeart/2011/layout/InterconnectedBlockProcess"/>
    <dgm:cxn modelId="{A1ED6FCB-1EAB-4945-8F87-253F1A745F42}" type="presOf" srcId="{2D353404-40E9-45E5-AAAB-1B7D4B27C3E0}" destId="{928B615F-0F8D-4140-A638-0FBB8F5BF1E9}" srcOrd="1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13DBAD5-EC53-4B95-ADED-E1E4C33D68B7}" type="presOf" srcId="{D471E45F-B026-44AA-9616-57E786AE80AF}" destId="{A134CDD1-D85F-44EF-8BEE-9F99A855C1E6}" srcOrd="0" destOrd="0" presId="urn:microsoft.com/office/officeart/2011/layout/InterconnectedBlockProcess"/>
    <dgm:cxn modelId="{E9F8D2D6-6048-4ACB-88F5-8982BABF1AB3}" type="presOf" srcId="{9A63BEA4-D526-4F58-A07E-469E37F36631}" destId="{FC0F1314-3294-4A8C-8DCE-EB53E236164C}" srcOrd="0" destOrd="1" presId="urn:microsoft.com/office/officeart/2011/layout/InterconnectedBlockProcess"/>
    <dgm:cxn modelId="{44306DE2-0F76-41C3-8EFA-1EFAE0ED85D9}" type="presOf" srcId="{9FED87C4-3F3B-4A18-9185-9F80CFEDEA2E}" destId="{6BCCFBA6-7A43-4631-AD7F-AFB10E1E6CD7}" srcOrd="1" destOrd="0" presId="urn:microsoft.com/office/officeart/2011/layout/InterconnectedBlockProcess"/>
    <dgm:cxn modelId="{CF792CE8-F338-42B3-8954-607873064595}" type="presOf" srcId="{DF430584-93F6-4183-8D23-46C5C682D99F}" destId="{8CAE5A4D-0C7B-48A6-917B-0B8433D0574B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E62A48FC-DF14-4BF3-8885-B6851856778E}" srcId="{65C051F6-A849-4495-A964-CD4C650B9C06}" destId="{DF430584-93F6-4183-8D23-46C5C682D99F}" srcOrd="0" destOrd="0" parTransId="{6D9A6297-355E-4878-AB73-445AE18379B8}" sibTransId="{EF261575-F480-43CF-8FB1-E6BD03F36018}"/>
    <dgm:cxn modelId="{38CBD2BA-B2A1-4934-B6EF-145B09363689}" type="presParOf" srcId="{A6BCDA7B-D633-438F-B44D-CB4D60E5C492}" destId="{0EA92EC0-9C6F-4663-B822-B1E8E3DCB13B}" srcOrd="0" destOrd="0" presId="urn:microsoft.com/office/officeart/2011/layout/InterconnectedBlockProcess"/>
    <dgm:cxn modelId="{37C27D84-8290-4540-80C9-57F231BB3205}" type="presParOf" srcId="{0EA92EC0-9C6F-4663-B822-B1E8E3DCB13B}" destId="{8CAE5A4D-0C7B-48A6-917B-0B8433D0574B}" srcOrd="0" destOrd="0" presId="urn:microsoft.com/office/officeart/2011/layout/InterconnectedBlockProcess"/>
    <dgm:cxn modelId="{444FBB7E-8288-4803-93A3-A0CAE9F4B644}" type="presParOf" srcId="{A6BCDA7B-D633-438F-B44D-CB4D60E5C492}" destId="{928B615F-0F8D-4140-A638-0FBB8F5BF1E9}" srcOrd="1" destOrd="0" presId="urn:microsoft.com/office/officeart/2011/layout/InterconnectedBlockProcess"/>
    <dgm:cxn modelId="{A8B4615C-25E3-4B3B-BEB2-6850E9AF4FCF}" type="presParOf" srcId="{A6BCDA7B-D633-438F-B44D-CB4D60E5C492}" destId="{C73DE52A-2F45-45E6-AD0E-D5BEAF609F8E}" srcOrd="2" destOrd="0" presId="urn:microsoft.com/office/officeart/2011/layout/InterconnectedBlockProcess"/>
    <dgm:cxn modelId="{4B474167-0F13-419A-B10A-D022DF607ED0}" type="presParOf" srcId="{A6BCDA7B-D633-438F-B44D-CB4D60E5C492}" destId="{EA3B7F60-AEEC-41A8-8A2C-D3679EFCD073}" srcOrd="3" destOrd="0" presId="urn:microsoft.com/office/officeart/2011/layout/InterconnectedBlockProcess"/>
    <dgm:cxn modelId="{767D1F08-D41D-4CEC-8A81-6B7224A4443D}" type="presParOf" srcId="{EA3B7F60-AEEC-41A8-8A2C-D3679EFCD073}" destId="{FC0F1314-3294-4A8C-8DCE-EB53E236164C}" srcOrd="0" destOrd="0" presId="urn:microsoft.com/office/officeart/2011/layout/InterconnectedBlockProcess"/>
    <dgm:cxn modelId="{EA5EB693-B99A-4FF8-88FD-07BC43E1CA26}" type="presParOf" srcId="{A6BCDA7B-D633-438F-B44D-CB4D60E5C492}" destId="{98225A61-A0EC-450A-BED8-EF2E47E8FD18}" srcOrd="4" destOrd="0" presId="urn:microsoft.com/office/officeart/2011/layout/InterconnectedBlockProcess"/>
    <dgm:cxn modelId="{6093094B-7AFD-4AE1-A11E-D989F2B232C7}" type="presParOf" srcId="{A6BCDA7B-D633-438F-B44D-CB4D60E5C492}" destId="{2AAD338D-3122-4454-9A67-16BE024D44E3}" srcOrd="5" destOrd="0" presId="urn:microsoft.com/office/officeart/2011/layout/InterconnectedBlockProcess"/>
    <dgm:cxn modelId="{CD8848C6-3A78-41A5-BF1E-FACB57591014}" type="presParOf" srcId="{A6BCDA7B-D633-438F-B44D-CB4D60E5C492}" destId="{96AFCF47-32CA-4C44-9E3C-782007B7112E}" srcOrd="6" destOrd="0" presId="urn:microsoft.com/office/officeart/2011/layout/InterconnectedBlockProcess"/>
    <dgm:cxn modelId="{D8AD1DE4-EDE8-4340-B505-B2348FC61682}" type="presParOf" srcId="{96AFCF47-32CA-4C44-9E3C-782007B7112E}" destId="{2532504F-5FE1-4C97-B485-F05E8885EACC}" srcOrd="0" destOrd="0" presId="urn:microsoft.com/office/officeart/2011/layout/InterconnectedBlockProcess"/>
    <dgm:cxn modelId="{3DC438E0-C1AC-489E-8A34-294E2A5C180C}" type="presParOf" srcId="{A6BCDA7B-D633-438F-B44D-CB4D60E5C492}" destId="{0D08ED52-6744-4369-B780-916B09984775}" srcOrd="7" destOrd="0" presId="urn:microsoft.com/office/officeart/2011/layout/InterconnectedBlockProcess"/>
    <dgm:cxn modelId="{315A4FF4-9269-4DD9-A4CA-13012DA4CFA8}" type="presParOf" srcId="{A6BCDA7B-D633-438F-B44D-CB4D60E5C492}" destId="{4C66D42D-7E6D-4563-AFDC-369C30B73F70}" srcOrd="8" destOrd="0" presId="urn:microsoft.com/office/officeart/2011/layout/InterconnectedBlockProcess"/>
    <dgm:cxn modelId="{5CF4BB2E-2C28-43B0-8A09-E3F6A2FBE333}" type="presParOf" srcId="{A6BCDA7B-D633-438F-B44D-CB4D60E5C492}" destId="{C1269CE6-C767-48CC-AAFD-A238D1FFDABA}" srcOrd="9" destOrd="0" presId="urn:microsoft.com/office/officeart/2011/layout/InterconnectedBlockProcess"/>
    <dgm:cxn modelId="{EF886487-5551-4CCC-9261-1BC8BB274ED9}" type="presParOf" srcId="{C1269CE6-C767-48CC-AAFD-A238D1FFDABA}" destId="{06F8D57B-EDF4-4CF4-8700-DC2CA3E3028E}" srcOrd="0" destOrd="0" presId="urn:microsoft.com/office/officeart/2011/layout/InterconnectedBlockProcess"/>
    <dgm:cxn modelId="{B96BAA4D-CBB6-4F90-9A1E-A8A9AC6D9E2B}" type="presParOf" srcId="{A6BCDA7B-D633-438F-B44D-CB4D60E5C492}" destId="{6BCCFBA6-7A43-4631-AD7F-AFB10E1E6CD7}" srcOrd="10" destOrd="0" presId="urn:microsoft.com/office/officeart/2011/layout/InterconnectedBlockProcess"/>
    <dgm:cxn modelId="{D154AA11-B214-4945-9BB5-7EA36A3F5320}" type="presParOf" srcId="{A6BCDA7B-D633-438F-B44D-CB4D60E5C492}" destId="{00BB3360-A9BB-4051-A4B1-1216F82F642C}" srcOrd="11" destOrd="0" presId="urn:microsoft.com/office/officeart/2011/layout/InterconnectedBlockProcess"/>
    <dgm:cxn modelId="{D22C2227-BAC2-44B4-B0C7-77FE328E24C5}" type="presParOf" srcId="{A6BCDA7B-D633-438F-B44D-CB4D60E5C492}" destId="{7305DF14-0FF5-45E4-8B19-015814092DBD}" srcOrd="12" destOrd="0" presId="urn:microsoft.com/office/officeart/2011/layout/InterconnectedBlockProcess"/>
    <dgm:cxn modelId="{7D06FBFB-C54E-4C29-BBBB-AFB02C238C7F}" type="presParOf" srcId="{7305DF14-0FF5-45E4-8B19-015814092DBD}" destId="{A134CDD1-D85F-44EF-8BEE-9F99A855C1E6}" srcOrd="0" destOrd="0" presId="urn:microsoft.com/office/officeart/2011/layout/InterconnectedBlockProcess"/>
    <dgm:cxn modelId="{DB7EB75A-61CE-443D-BED7-D1A2AB7C67F2}" type="presParOf" srcId="{A6BCDA7B-D633-438F-B44D-CB4D60E5C492}" destId="{1C91D7E3-8940-4A33-9182-677DD5415901}" srcOrd="13" destOrd="0" presId="urn:microsoft.com/office/officeart/2011/layout/InterconnectedBlockProcess"/>
    <dgm:cxn modelId="{1632817D-A01A-46AE-83A8-37F5FC8850A7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827814" y="949242"/>
          <a:ext cx="1495044" cy="3796968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Completion and learning Outcomes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Demonstrating overall understanding of application workflow along with improvement in technical knowledge and professional skills.</a:t>
          </a:r>
        </a:p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endParaRPr lang="en-IN" sz="1800" kern="1200" dirty="0"/>
        </a:p>
      </dsp:txBody>
      <dsp:txXfrm>
        <a:off x="8017590" y="949242"/>
        <a:ext cx="1305268" cy="3796968"/>
      </dsp:txXfrm>
    </dsp:sp>
    <dsp:sp modelId="{C73DE52A-2F45-45E6-AD0E-D5BEAF609F8E}">
      <dsp:nvSpPr>
        <dsp:cNvPr id="0" name=""/>
        <dsp:cNvSpPr/>
      </dsp:nvSpPr>
      <dsp:spPr>
        <a:xfrm>
          <a:off x="7827814" y="0"/>
          <a:ext cx="1495044" cy="9492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827814" y="0"/>
        <a:ext cx="1495044" cy="949242"/>
      </dsp:txXfrm>
    </dsp:sp>
    <dsp:sp modelId="{FC0F1314-3294-4A8C-8DCE-EB53E236164C}">
      <dsp:nvSpPr>
        <dsp:cNvPr id="0" name=""/>
        <dsp:cNvSpPr/>
      </dsp:nvSpPr>
      <dsp:spPr>
        <a:xfrm>
          <a:off x="6336506" y="949242"/>
          <a:ext cx="1495044" cy="355965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Concepts &amp; Integration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backend development fundamentals and basic data handling to support application functionality.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>
        <a:off x="6526282" y="949242"/>
        <a:ext cx="1305268" cy="3559658"/>
      </dsp:txXfrm>
    </dsp:sp>
    <dsp:sp modelId="{2AAD338D-3122-4454-9A67-16BE024D44E3}">
      <dsp:nvSpPr>
        <dsp:cNvPr id="0" name=""/>
        <dsp:cNvSpPr/>
      </dsp:nvSpPr>
      <dsp:spPr>
        <a:xfrm>
          <a:off x="6336506" y="118655"/>
          <a:ext cx="1495044" cy="8305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6336506" y="118655"/>
        <a:ext cx="1495044" cy="830586"/>
      </dsp:txXfrm>
    </dsp:sp>
    <dsp:sp modelId="{2532504F-5FE1-4C97-B485-F05E8885EACC}">
      <dsp:nvSpPr>
        <dsp:cNvPr id="0" name=""/>
        <dsp:cNvSpPr/>
      </dsp:nvSpPr>
      <dsp:spPr>
        <a:xfrm>
          <a:off x="4841462" y="949242"/>
          <a:ext cx="1495044" cy="332234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Dynamic Web Concepts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dynamic web concepts and interactive user interfaces. Understanding application flow  and improving UI consistency.</a:t>
          </a:r>
        </a:p>
      </dsp:txBody>
      <dsp:txXfrm>
        <a:off x="5031237" y="949242"/>
        <a:ext cx="1305268" cy="3322347"/>
      </dsp:txXfrm>
    </dsp:sp>
    <dsp:sp modelId="{4C66D42D-7E6D-4563-AFDC-369C30B73F70}">
      <dsp:nvSpPr>
        <dsp:cNvPr id="0" name=""/>
        <dsp:cNvSpPr/>
      </dsp:nvSpPr>
      <dsp:spPr>
        <a:xfrm>
          <a:off x="4841462" y="241107"/>
          <a:ext cx="1495044" cy="7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841462" y="241107"/>
        <a:ext cx="1495044" cy="711931"/>
      </dsp:txXfrm>
    </dsp:sp>
    <dsp:sp modelId="{06F8D57B-EDF4-4CF4-8700-DC2CA3E3028E}">
      <dsp:nvSpPr>
        <dsp:cNvPr id="0" name=""/>
        <dsp:cNvSpPr/>
      </dsp:nvSpPr>
      <dsp:spPr>
        <a:xfrm>
          <a:off x="3346418" y="949242"/>
          <a:ext cx="1495044" cy="308503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 Skill Enhancement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Improved frontend development skills through practical application and responsive design principles.</a:t>
          </a:r>
          <a:b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36193" y="949242"/>
        <a:ext cx="1305268" cy="3085037"/>
      </dsp:txXfrm>
    </dsp:sp>
    <dsp:sp modelId="{00BB3360-A9BB-4051-A4B1-1216F82F642C}">
      <dsp:nvSpPr>
        <dsp:cNvPr id="0" name=""/>
        <dsp:cNvSpPr/>
      </dsp:nvSpPr>
      <dsp:spPr>
        <a:xfrm>
          <a:off x="3346418" y="355965"/>
          <a:ext cx="1495044" cy="59327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6418" y="355965"/>
        <a:ext cx="1495044" cy="593276"/>
      </dsp:txXfrm>
    </dsp:sp>
    <dsp:sp modelId="{A134CDD1-D85F-44EF-8BEE-9F99A855C1E6}">
      <dsp:nvSpPr>
        <dsp:cNvPr id="0" name=""/>
        <dsp:cNvSpPr/>
      </dsp:nvSpPr>
      <dsp:spPr>
        <a:xfrm>
          <a:off x="1851373" y="949242"/>
          <a:ext cx="1495044" cy="28477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 &amp; Fundamentals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project requirements , development workflow and basic frontend concepts. </a:t>
          </a: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IN" sz="1500" kern="1200" dirty="0"/>
          </a:b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41149" y="949242"/>
        <a:ext cx="1305268" cy="2847726"/>
      </dsp:txXfrm>
    </dsp:sp>
    <dsp:sp modelId="{65257024-FAC0-4522-B139-1CC85B547BE8}">
      <dsp:nvSpPr>
        <dsp:cNvPr id="0" name=""/>
        <dsp:cNvSpPr/>
      </dsp:nvSpPr>
      <dsp:spPr>
        <a:xfrm>
          <a:off x="1851373" y="474621"/>
          <a:ext cx="1495044" cy="4746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1851373" y="474621"/>
        <a:ext cx="1495044" cy="474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06/02/2026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uni0304/Full-Stack-Development-Internshi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595119" y="1900203"/>
            <a:ext cx="443522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endParaRPr lang="en-IN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Sudha P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FULL  STACK 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5884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Mounika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1640"/>
            <a:ext cx="10515600" cy="439471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– Prola Tech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Prola Tech is a technology-driven software development and IT services company.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end-to-end services from planning, developing, implementing, and managing.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helps businesses perform in an efficient, faster, and profitable manner.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Bangalore , India, serving clients across multiple industry domains.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 to deliver innovative, reliable, and scalable digital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B6B9-2015-611F-61B4-B71FB84D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3B51E5-BCA6-6BE4-34B1-4BC879B2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262490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and Products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32AC3-FCB1-7D58-E46E-32FF1E7F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076BA-35F8-F078-E369-B30E42BDF10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495410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 dirty="0"/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user-friendly and scalable mobile applications.</a:t>
            </a:r>
          </a:p>
          <a:p>
            <a:pPr marL="0" indent="0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secure, responsive web applications.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smart devices and data-driven IoT solutions.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APIs and backend services for application integration.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management of applications on cloud platforms.</a:t>
            </a: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3100" dirty="0"/>
            </a:b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07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BA0F-3E4D-45D4-E600-DDAE850E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A00D09-ECED-73D8-81B8-71266812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136525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and Industries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B0482-6547-F958-613A-0B43D366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B8AD8-122D-4D16-2F2C-0BAE243959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291069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E93CB-2312-2EF3-2637-509EBD6D7157}"/>
              </a:ext>
            </a:extLst>
          </p:cNvPr>
          <p:cNvSpPr txBox="1"/>
          <p:nvPr/>
        </p:nvSpPr>
        <p:spPr>
          <a:xfrm>
            <a:off x="726232" y="3937167"/>
            <a:ext cx="4797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Projects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0AA1D-CEE2-BA56-1558-416D9329BF34}"/>
              </a:ext>
            </a:extLst>
          </p:cNvPr>
          <p:cNvSpPr txBox="1"/>
          <p:nvPr/>
        </p:nvSpPr>
        <p:spPr>
          <a:xfrm>
            <a:off x="726232" y="4460387"/>
            <a:ext cx="6896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Tally Integrated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Shipping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Village Asset Tracking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3E88EE-50ED-AA97-7D5C-15D722FDB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58" y="685359"/>
            <a:ext cx="5299083" cy="45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7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619792" cy="46659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Frontend and Backend technologies.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Database Integration.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creation of dynamic and interactive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APIs and CRUD Operations for data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complete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in-demand skill in IT industry.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career growth opportunities.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656"/>
            <a:ext cx="10515600" cy="405819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under the guidance of the Project Manager who provides over all direction and supervision.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consists of frontend , backend developers , testers and interns  collaborating the project.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follows an Agile working approach for feature development, bug fixing, and system improvements.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planned, assigned, and reviewed systematically.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communication was maintained through team meetings, discussions, and progress updates.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665"/>
            <a:ext cx="10515600" cy="40581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right internship opportunity aligned with my domain.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and the clearing the interview process.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requirements, workflow, and coding standards in the initial phase.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team collaboration and professional work environment.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time effectively while learning new technologies and completing assigned tasks.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understand the project requirements and overall full stack application workflow.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the web technologies in real-time development tasks.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frontend and backend development.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and follow coding standards, version control, and best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feature development, bug fixing, and system enhancement activities.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technical skills, teamwork, and professional work practices.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HTML5 semantic elements and page structuring standards followed in modern websites.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CSS concepts including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layout techniques,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 standards, and media queries.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responsive web design principles used in modern websites and web development best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Bootstrap framework for responsive grid system, pre-built UI components, and layout consistency.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existing websites to understand UI/UX design patterns and navigation flow.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616"/>
            <a:ext cx="10638453" cy="4637315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responsive company website.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structured web pages using HTML5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elements for better readability and maintainability.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CSS styling techniques to achieve consistent layout, typography, and visual design.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cross-device compatibility by testing layouts on multiple screen resolutions.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Bootstrap framework to implement responsive grid systems and reusable UI components.</a:t>
            </a: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involves the development of a professional company website for Prola Tech as an assigned industrial task.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requires implementation of frontend web development using HTML5, CSS, and Bootstrap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must follow industry-standard design principles, including structured layout, clear navigation, and visual consistency.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enables practical exposure to real-time web development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is developed using standard web technologies while adhering to company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142" y="1184366"/>
            <a:ext cx="10515600" cy="4647266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 HTML5, CSS3, Bootstrap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Editor: Visual Studio Code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Google Chrome /Firefox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GitHub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 of frontend development skills.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responsive web design.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maintainable UI development.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industry-level development practices.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foundation for future enhancements.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knowledge of layout planning, navigation flow, visual hierarchy, and user-centric design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learning through real-world project execution.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908991"/>
              </p:ext>
            </p:extLst>
          </p:nvPr>
        </p:nvGraphicFramePr>
        <p:xfrm>
          <a:off x="470371" y="1210490"/>
          <a:ext cx="11174233" cy="4746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3019"/>
            <a:ext cx="10123708" cy="43396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https://github.com/mouni0304/Full-Stack-Development-Internship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7712</TotalTime>
  <Words>1046</Words>
  <Application>Microsoft Office PowerPoint</Application>
  <PresentationFormat>Widescreen</PresentationFormat>
  <Paragraphs>168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Services and Products</vt:lpstr>
      <vt:lpstr>Clients and Industries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Mounika A</cp:lastModifiedBy>
  <cp:revision>720</cp:revision>
  <dcterms:created xsi:type="dcterms:W3CDTF">2022-10-14T07:18:17Z</dcterms:created>
  <dcterms:modified xsi:type="dcterms:W3CDTF">2026-02-06T09:45:34Z</dcterms:modified>
</cp:coreProperties>
</file>