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9" r:id="rId2"/>
    <p:sldId id="260" r:id="rId3"/>
    <p:sldId id="261" r:id="rId4"/>
    <p:sldId id="270" r:id="rId5"/>
    <p:sldId id="27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0C69DC-C4DB-4950-9A12-BB2FDA0FE0B4}" v="105" dt="2026-01-13T17:29:58.6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unika A" userId="3b84c50899620197" providerId="LiveId" clId="{59C48996-FA44-4C3E-AE56-2F9AF6BD55C4}"/>
    <pc:docChg chg="undo custSel addSld delSld modSld addSection delSection">
      <pc:chgData name="Mounika A" userId="3b84c50899620197" providerId="LiveId" clId="{59C48996-FA44-4C3E-AE56-2F9AF6BD55C4}" dt="2026-01-13T17:32:35.395" v="3284" actId="14100"/>
      <pc:docMkLst>
        <pc:docMk/>
      </pc:docMkLst>
      <pc:sldChg chg="modSp mod">
        <pc:chgData name="Mounika A" userId="3b84c50899620197" providerId="LiveId" clId="{59C48996-FA44-4C3E-AE56-2F9AF6BD55C4}" dt="2026-01-12T15:58:07.840" v="395" actId="20577"/>
        <pc:sldMkLst>
          <pc:docMk/>
          <pc:sldMk cId="3066724582" sldId="259"/>
        </pc:sldMkLst>
        <pc:spChg chg="mod">
          <ac:chgData name="Mounika A" userId="3b84c50899620197" providerId="LiveId" clId="{59C48996-FA44-4C3E-AE56-2F9AF6BD55C4}" dt="2026-01-12T15:37:11.614" v="236" actId="207"/>
          <ac:spMkLst>
            <pc:docMk/>
            <pc:sldMk cId="3066724582" sldId="259"/>
            <ac:spMk id="8" creationId="{00000000-0000-0000-0000-000000000000}"/>
          </ac:spMkLst>
        </pc:spChg>
        <pc:spChg chg="mod">
          <ac:chgData name="Mounika A" userId="3b84c50899620197" providerId="LiveId" clId="{59C48996-FA44-4C3E-AE56-2F9AF6BD55C4}" dt="2026-01-12T15:58:07.840" v="395" actId="20577"/>
          <ac:spMkLst>
            <pc:docMk/>
            <pc:sldMk cId="3066724582" sldId="259"/>
            <ac:spMk id="9" creationId="{00000000-0000-0000-0000-000000000000}"/>
          </ac:spMkLst>
        </pc:spChg>
        <pc:spChg chg="mod">
          <ac:chgData name="Mounika A" userId="3b84c50899620197" providerId="LiveId" clId="{59C48996-FA44-4C3E-AE56-2F9AF6BD55C4}" dt="2026-01-12T15:39:26.377" v="386" actId="1076"/>
          <ac:spMkLst>
            <pc:docMk/>
            <pc:sldMk cId="3066724582" sldId="259"/>
            <ac:spMk id="90" creationId="{00000000-0000-0000-0000-000000000000}"/>
          </ac:spMkLst>
        </pc:spChg>
        <pc:graphicFrameChg chg="modGraphic">
          <ac:chgData name="Mounika A" userId="3b84c50899620197" providerId="LiveId" clId="{59C48996-FA44-4C3E-AE56-2F9AF6BD55C4}" dt="2026-01-12T15:28:16.827" v="34" actId="20577"/>
          <ac:graphicFrameMkLst>
            <pc:docMk/>
            <pc:sldMk cId="3066724582" sldId="259"/>
            <ac:graphicFrameMk id="10" creationId="{00000000-0000-0000-0000-000000000000}"/>
          </ac:graphicFrameMkLst>
        </pc:graphicFrameChg>
      </pc:sldChg>
      <pc:sldChg chg="modSp mod">
        <pc:chgData name="Mounika A" userId="3b84c50899620197" providerId="LiveId" clId="{59C48996-FA44-4C3E-AE56-2F9AF6BD55C4}" dt="2026-01-12T15:45:31.823" v="388" actId="207"/>
        <pc:sldMkLst>
          <pc:docMk/>
          <pc:sldMk cId="516993045" sldId="260"/>
        </pc:sldMkLst>
        <pc:spChg chg="mod">
          <ac:chgData name="Mounika A" userId="3b84c50899620197" providerId="LiveId" clId="{59C48996-FA44-4C3E-AE56-2F9AF6BD55C4}" dt="2026-01-12T15:45:31.823" v="388" actId="207"/>
          <ac:spMkLst>
            <pc:docMk/>
            <pc:sldMk cId="516993045" sldId="260"/>
            <ac:spMk id="97" creationId="{00000000-0000-0000-0000-000000000000}"/>
          </ac:spMkLst>
        </pc:spChg>
      </pc:sldChg>
      <pc:sldChg chg="modSp mod">
        <pc:chgData name="Mounika A" userId="3b84c50899620197" providerId="LiveId" clId="{59C48996-FA44-4C3E-AE56-2F9AF6BD55C4}" dt="2026-01-13T17:31:41.492" v="3280" actId="20577"/>
        <pc:sldMkLst>
          <pc:docMk/>
          <pc:sldMk cId="1558138914" sldId="261"/>
        </pc:sldMkLst>
        <pc:spChg chg="mod">
          <ac:chgData name="Mounika A" userId="3b84c50899620197" providerId="LiveId" clId="{59C48996-FA44-4C3E-AE56-2F9AF6BD55C4}" dt="2026-01-13T09:33:57.440" v="462" actId="20577"/>
          <ac:spMkLst>
            <pc:docMk/>
            <pc:sldMk cId="1558138914" sldId="261"/>
            <ac:spMk id="2" creationId="{00000000-0000-0000-0000-000000000000}"/>
          </ac:spMkLst>
        </pc:spChg>
        <pc:spChg chg="mod">
          <ac:chgData name="Mounika A" userId="3b84c50899620197" providerId="LiveId" clId="{59C48996-FA44-4C3E-AE56-2F9AF6BD55C4}" dt="2026-01-13T17:31:41.492" v="3280" actId="20577"/>
          <ac:spMkLst>
            <pc:docMk/>
            <pc:sldMk cId="1558138914" sldId="261"/>
            <ac:spMk id="3" creationId="{00000000-0000-0000-0000-000000000000}"/>
          </ac:spMkLst>
        </pc:spChg>
      </pc:sldChg>
      <pc:sldChg chg="addSp delSp modSp mod">
        <pc:chgData name="Mounika A" userId="3b84c50899620197" providerId="LiveId" clId="{59C48996-FA44-4C3E-AE56-2F9AF6BD55C4}" dt="2026-01-13T12:38:30.242" v="1601" actId="14100"/>
        <pc:sldMkLst>
          <pc:docMk/>
          <pc:sldMk cId="658682123" sldId="262"/>
        </pc:sldMkLst>
        <pc:spChg chg="mod">
          <ac:chgData name="Mounika A" userId="3b84c50899620197" providerId="LiveId" clId="{59C48996-FA44-4C3E-AE56-2F9AF6BD55C4}" dt="2026-01-13T12:38:30.242" v="1601" actId="14100"/>
          <ac:spMkLst>
            <pc:docMk/>
            <pc:sldMk cId="658682123" sldId="262"/>
            <ac:spMk id="3" creationId="{00000000-0000-0000-0000-000000000000}"/>
          </ac:spMkLst>
        </pc:spChg>
        <pc:spChg chg="add del mod">
          <ac:chgData name="Mounika A" userId="3b84c50899620197" providerId="LiveId" clId="{59C48996-FA44-4C3E-AE56-2F9AF6BD55C4}" dt="2026-01-13T12:23:52.268" v="1221" actId="478"/>
          <ac:spMkLst>
            <pc:docMk/>
            <pc:sldMk cId="658682123" sldId="262"/>
            <ac:spMk id="5" creationId="{B802A5AF-42C3-89D8-391A-378EB6BE4003}"/>
          </ac:spMkLst>
        </pc:spChg>
        <pc:spChg chg="add">
          <ac:chgData name="Mounika A" userId="3b84c50899620197" providerId="LiveId" clId="{59C48996-FA44-4C3E-AE56-2F9AF6BD55C4}" dt="2026-01-13T12:24:39.545" v="1224"/>
          <ac:spMkLst>
            <pc:docMk/>
            <pc:sldMk cId="658682123" sldId="262"/>
            <ac:spMk id="6" creationId="{AA027995-03C4-38F2-E958-7DEC75280973}"/>
          </ac:spMkLst>
        </pc:spChg>
      </pc:sldChg>
      <pc:sldChg chg="modSp mod">
        <pc:chgData name="Mounika A" userId="3b84c50899620197" providerId="LiveId" clId="{59C48996-FA44-4C3E-AE56-2F9AF6BD55C4}" dt="2026-01-13T15:40:24.097" v="1844" actId="1076"/>
        <pc:sldMkLst>
          <pc:docMk/>
          <pc:sldMk cId="2510696604" sldId="263"/>
        </pc:sldMkLst>
        <pc:spChg chg="mod">
          <ac:chgData name="Mounika A" userId="3b84c50899620197" providerId="LiveId" clId="{59C48996-FA44-4C3E-AE56-2F9AF6BD55C4}" dt="2026-01-13T15:40:24.097" v="1844" actId="1076"/>
          <ac:spMkLst>
            <pc:docMk/>
            <pc:sldMk cId="2510696604" sldId="263"/>
            <ac:spMk id="3" creationId="{00000000-0000-0000-0000-000000000000}"/>
          </ac:spMkLst>
        </pc:spChg>
      </pc:sldChg>
      <pc:sldChg chg="addSp modSp mod">
        <pc:chgData name="Mounika A" userId="3b84c50899620197" providerId="LiveId" clId="{59C48996-FA44-4C3E-AE56-2F9AF6BD55C4}" dt="2026-01-13T15:58:23.326" v="2079" actId="2710"/>
        <pc:sldMkLst>
          <pc:docMk/>
          <pc:sldMk cId="1206156993" sldId="264"/>
        </pc:sldMkLst>
        <pc:spChg chg="mod">
          <ac:chgData name="Mounika A" userId="3b84c50899620197" providerId="LiveId" clId="{59C48996-FA44-4C3E-AE56-2F9AF6BD55C4}" dt="2026-01-13T15:58:23.326" v="2079" actId="2710"/>
          <ac:spMkLst>
            <pc:docMk/>
            <pc:sldMk cId="1206156993" sldId="264"/>
            <ac:spMk id="3" creationId="{00000000-0000-0000-0000-000000000000}"/>
          </ac:spMkLst>
        </pc:spChg>
        <pc:spChg chg="add">
          <ac:chgData name="Mounika A" userId="3b84c50899620197" providerId="LiveId" clId="{59C48996-FA44-4C3E-AE56-2F9AF6BD55C4}" dt="2026-01-13T15:47:18.744" v="1845"/>
          <ac:spMkLst>
            <pc:docMk/>
            <pc:sldMk cId="1206156993" sldId="264"/>
            <ac:spMk id="5" creationId="{31E48B01-A098-447C-3608-DE4E3689239C}"/>
          </ac:spMkLst>
        </pc:spChg>
        <pc:spChg chg="add">
          <ac:chgData name="Mounika A" userId="3b84c50899620197" providerId="LiveId" clId="{59C48996-FA44-4C3E-AE56-2F9AF6BD55C4}" dt="2026-01-13T15:47:25.407" v="1847"/>
          <ac:spMkLst>
            <pc:docMk/>
            <pc:sldMk cId="1206156993" sldId="264"/>
            <ac:spMk id="6" creationId="{EED99313-0748-C2E1-A108-51D2D88E04F6}"/>
          </ac:spMkLst>
        </pc:spChg>
      </pc:sldChg>
      <pc:sldChg chg="modSp mod">
        <pc:chgData name="Mounika A" userId="3b84c50899620197" providerId="LiveId" clId="{59C48996-FA44-4C3E-AE56-2F9AF6BD55C4}" dt="2026-01-13T16:12:34.960" v="2272" actId="1076"/>
        <pc:sldMkLst>
          <pc:docMk/>
          <pc:sldMk cId="2516334746" sldId="265"/>
        </pc:sldMkLst>
        <pc:spChg chg="mod">
          <ac:chgData name="Mounika A" userId="3b84c50899620197" providerId="LiveId" clId="{59C48996-FA44-4C3E-AE56-2F9AF6BD55C4}" dt="2026-01-13T16:12:34.960" v="2272" actId="1076"/>
          <ac:spMkLst>
            <pc:docMk/>
            <pc:sldMk cId="2516334746" sldId="265"/>
            <ac:spMk id="3" creationId="{00000000-0000-0000-0000-000000000000}"/>
          </ac:spMkLst>
        </pc:spChg>
      </pc:sldChg>
      <pc:sldChg chg="addSp modSp mod">
        <pc:chgData name="Mounika A" userId="3b84c50899620197" providerId="LiveId" clId="{59C48996-FA44-4C3E-AE56-2F9AF6BD55C4}" dt="2026-01-13T17:21:16.839" v="3207"/>
        <pc:sldMkLst>
          <pc:docMk/>
          <pc:sldMk cId="3497100239" sldId="266"/>
        </pc:sldMkLst>
        <pc:spChg chg="add mod">
          <ac:chgData name="Mounika A" userId="3b84c50899620197" providerId="LiveId" clId="{59C48996-FA44-4C3E-AE56-2F9AF6BD55C4}" dt="2026-01-13T17:10:14.529" v="2826" actId="767"/>
          <ac:spMkLst>
            <pc:docMk/>
            <pc:sldMk cId="3497100239" sldId="266"/>
            <ac:spMk id="3" creationId="{30442096-BC31-C7D8-00F0-B0FC985C7B8C}"/>
          </ac:spMkLst>
        </pc:spChg>
        <pc:graphicFrameChg chg="mod modGraphic">
          <ac:chgData name="Mounika A" userId="3b84c50899620197" providerId="LiveId" clId="{59C48996-FA44-4C3E-AE56-2F9AF6BD55C4}" dt="2026-01-13T17:21:16.839" v="3207"/>
          <ac:graphicFrameMkLst>
            <pc:docMk/>
            <pc:sldMk cId="3497100239" sldId="266"/>
            <ac:graphicFrameMk id="8" creationId="{00000000-0000-0000-0000-000000000000}"/>
          </ac:graphicFrameMkLst>
        </pc:graphicFrameChg>
      </pc:sldChg>
      <pc:sldChg chg="modSp mod">
        <pc:chgData name="Mounika A" userId="3b84c50899620197" providerId="LiveId" clId="{59C48996-FA44-4C3E-AE56-2F9AF6BD55C4}" dt="2026-01-13T17:32:35.395" v="3284" actId="14100"/>
        <pc:sldMkLst>
          <pc:docMk/>
          <pc:sldMk cId="295621377" sldId="267"/>
        </pc:sldMkLst>
        <pc:spChg chg="mod">
          <ac:chgData name="Mounika A" userId="3b84c50899620197" providerId="LiveId" clId="{59C48996-FA44-4C3E-AE56-2F9AF6BD55C4}" dt="2026-01-13T17:32:35.395" v="3284" actId="14100"/>
          <ac:spMkLst>
            <pc:docMk/>
            <pc:sldMk cId="295621377" sldId="267"/>
            <ac:spMk id="3" creationId="{00000000-0000-0000-0000-000000000000}"/>
          </ac:spMkLst>
        </pc:spChg>
      </pc:sldChg>
      <pc:sldChg chg="addSp delSp modSp add mod modClrScheme chgLayout">
        <pc:chgData name="Mounika A" userId="3b84c50899620197" providerId="LiveId" clId="{59C48996-FA44-4C3E-AE56-2F9AF6BD55C4}" dt="2026-01-13T10:40:41.019" v="846" actId="114"/>
        <pc:sldMkLst>
          <pc:docMk/>
          <pc:sldMk cId="1267070007" sldId="270"/>
        </pc:sldMkLst>
        <pc:spChg chg="del mod">
          <ac:chgData name="Mounika A" userId="3b84c50899620197" providerId="LiveId" clId="{59C48996-FA44-4C3E-AE56-2F9AF6BD55C4}" dt="2026-01-13T10:01:07.015" v="594" actId="478"/>
          <ac:spMkLst>
            <pc:docMk/>
            <pc:sldMk cId="1267070007" sldId="270"/>
            <ac:spMk id="2" creationId="{88CAE850-D4FB-78AE-4D70-E81C7A920466}"/>
          </ac:spMkLst>
        </pc:spChg>
        <pc:spChg chg="mod ord">
          <ac:chgData name="Mounika A" userId="3b84c50899620197" providerId="LiveId" clId="{59C48996-FA44-4C3E-AE56-2F9AF6BD55C4}" dt="2026-01-13T10:40:41.019" v="846" actId="114"/>
          <ac:spMkLst>
            <pc:docMk/>
            <pc:sldMk cId="1267070007" sldId="270"/>
            <ac:spMk id="3" creationId="{27C076BA-35F8-F078-E369-B30E42BDF105}"/>
          </ac:spMkLst>
        </pc:spChg>
        <pc:spChg chg="mod ord">
          <ac:chgData name="Mounika A" userId="3b84c50899620197" providerId="LiveId" clId="{59C48996-FA44-4C3E-AE56-2F9AF6BD55C4}" dt="2026-01-13T10:34:55.626" v="803" actId="700"/>
          <ac:spMkLst>
            <pc:docMk/>
            <pc:sldMk cId="1267070007" sldId="270"/>
            <ac:spMk id="4" creationId="{0F732AC3-FCB1-7D58-E46E-32FF1E7F19FC}"/>
          </ac:spMkLst>
        </pc:spChg>
        <pc:spChg chg="add">
          <ac:chgData name="Mounika A" userId="3b84c50899620197" providerId="LiveId" clId="{59C48996-FA44-4C3E-AE56-2F9AF6BD55C4}" dt="2026-01-13T10:21:52.785" v="651"/>
          <ac:spMkLst>
            <pc:docMk/>
            <pc:sldMk cId="1267070007" sldId="270"/>
            <ac:spMk id="5" creationId="{543B06BE-6BC5-6E72-14B6-215F300EFC54}"/>
          </ac:spMkLst>
        </pc:spChg>
        <pc:spChg chg="add">
          <ac:chgData name="Mounika A" userId="3b84c50899620197" providerId="LiveId" clId="{59C48996-FA44-4C3E-AE56-2F9AF6BD55C4}" dt="2026-01-13T10:22:04.800" v="652"/>
          <ac:spMkLst>
            <pc:docMk/>
            <pc:sldMk cId="1267070007" sldId="270"/>
            <ac:spMk id="6" creationId="{754B614D-A2F5-208C-3624-EF0CCD6FEED7}"/>
          </ac:spMkLst>
        </pc:spChg>
        <pc:spChg chg="add mod ord">
          <ac:chgData name="Mounika A" userId="3b84c50899620197" providerId="LiveId" clId="{59C48996-FA44-4C3E-AE56-2F9AF6BD55C4}" dt="2026-01-13T10:36:26.138" v="833" actId="1076"/>
          <ac:spMkLst>
            <pc:docMk/>
            <pc:sldMk cId="1267070007" sldId="270"/>
            <ac:spMk id="7" creationId="{3F3B51E5-BCA6-6BE4-34B1-4BC879B2F6FB}"/>
          </ac:spMkLst>
        </pc:spChg>
      </pc:sldChg>
      <pc:sldChg chg="new del">
        <pc:chgData name="Mounika A" userId="3b84c50899620197" providerId="LiveId" clId="{59C48996-FA44-4C3E-AE56-2F9AF6BD55C4}" dt="2026-01-13T09:35:48.973" v="471" actId="2696"/>
        <pc:sldMkLst>
          <pc:docMk/>
          <pc:sldMk cId="4083744148" sldId="270"/>
        </pc:sldMkLst>
      </pc:sldChg>
      <pc:sldChg chg="addSp delSp modSp new del mod">
        <pc:chgData name="Mounika A" userId="3b84c50899620197" providerId="LiveId" clId="{59C48996-FA44-4C3E-AE56-2F9AF6BD55C4}" dt="2026-01-13T10:21:29.892" v="650" actId="2696"/>
        <pc:sldMkLst>
          <pc:docMk/>
          <pc:sldMk cId="3060253706" sldId="271"/>
        </pc:sldMkLst>
        <pc:spChg chg="mod">
          <ac:chgData name="Mounika A" userId="3b84c50899620197" providerId="LiveId" clId="{59C48996-FA44-4C3E-AE56-2F9AF6BD55C4}" dt="2026-01-13T10:18:02.751" v="632" actId="113"/>
          <ac:spMkLst>
            <pc:docMk/>
            <pc:sldMk cId="3060253706" sldId="271"/>
            <ac:spMk id="2" creationId="{AC11D6C4-1DA4-0133-6944-445C64334596}"/>
          </ac:spMkLst>
        </pc:spChg>
        <pc:spChg chg="mod">
          <ac:chgData name="Mounika A" userId="3b84c50899620197" providerId="LiveId" clId="{59C48996-FA44-4C3E-AE56-2F9AF6BD55C4}" dt="2026-01-13T10:20:44.898" v="645" actId="20577"/>
          <ac:spMkLst>
            <pc:docMk/>
            <pc:sldMk cId="3060253706" sldId="271"/>
            <ac:spMk id="3" creationId="{40FB9EFD-CCC3-D0DE-DE5C-B3A9EE1B563F}"/>
          </ac:spMkLst>
        </pc:spChg>
        <pc:spChg chg="del">
          <ac:chgData name="Mounika A" userId="3b84c50899620197" providerId="LiveId" clId="{59C48996-FA44-4C3E-AE56-2F9AF6BD55C4}" dt="2026-01-13T10:20:19.183" v="633" actId="931"/>
          <ac:spMkLst>
            <pc:docMk/>
            <pc:sldMk cId="3060253706" sldId="271"/>
            <ac:spMk id="4" creationId="{878803AF-32C2-C68A-297E-4EF4ADC03E53}"/>
          </ac:spMkLst>
        </pc:spChg>
        <pc:picChg chg="add mod">
          <ac:chgData name="Mounika A" userId="3b84c50899620197" providerId="LiveId" clId="{59C48996-FA44-4C3E-AE56-2F9AF6BD55C4}" dt="2026-01-13T10:21:02.943" v="649" actId="14100"/>
          <ac:picMkLst>
            <pc:docMk/>
            <pc:sldMk cId="3060253706" sldId="271"/>
            <ac:picMk id="8" creationId="{E2ED79E5-BF1F-0B4D-6BD8-229B6A708587}"/>
          </ac:picMkLst>
        </pc:picChg>
      </pc:sldChg>
      <pc:sldChg chg="addSp delSp modSp add mod chgLayout">
        <pc:chgData name="Mounika A" userId="3b84c50899620197" providerId="LiveId" clId="{59C48996-FA44-4C3E-AE56-2F9AF6BD55C4}" dt="2026-01-13T12:38:40.676" v="1603" actId="1076"/>
        <pc:sldMkLst>
          <pc:docMk/>
          <pc:sldMk cId="3191470131" sldId="271"/>
        </pc:sldMkLst>
        <pc:spChg chg="add">
          <ac:chgData name="Mounika A" userId="3b84c50899620197" providerId="LiveId" clId="{59C48996-FA44-4C3E-AE56-2F9AF6BD55C4}" dt="2026-01-13T11:01:43.390" v="870"/>
          <ac:spMkLst>
            <pc:docMk/>
            <pc:sldMk cId="3191470131" sldId="271"/>
            <ac:spMk id="2" creationId="{8F74D8A0-961B-E236-85F0-2C48CD1DBC84}"/>
          </ac:spMkLst>
        </pc:spChg>
        <pc:spChg chg="add del mod ord">
          <ac:chgData name="Mounika A" userId="3b84c50899620197" providerId="LiveId" clId="{59C48996-FA44-4C3E-AE56-2F9AF6BD55C4}" dt="2026-01-13T11:25:47.326" v="1137" actId="2711"/>
          <ac:spMkLst>
            <pc:docMk/>
            <pc:sldMk cId="3191470131" sldId="271"/>
            <ac:spMk id="3" creationId="{F6DB8AD8-122D-4D16-2F2C-0BAE2439590D}"/>
          </ac:spMkLst>
        </pc:spChg>
        <pc:spChg chg="mod ord">
          <ac:chgData name="Mounika A" userId="3b84c50899620197" providerId="LiveId" clId="{59C48996-FA44-4C3E-AE56-2F9AF6BD55C4}" dt="2026-01-13T11:10:11.501" v="961" actId="700"/>
          <ac:spMkLst>
            <pc:docMk/>
            <pc:sldMk cId="3191470131" sldId="271"/>
            <ac:spMk id="4" creationId="{FC2B0482-6547-F958-613A-0B43D366CE33}"/>
          </ac:spMkLst>
        </pc:spChg>
        <pc:spChg chg="add del">
          <ac:chgData name="Mounika A" userId="3b84c50899620197" providerId="LiveId" clId="{59C48996-FA44-4C3E-AE56-2F9AF6BD55C4}" dt="2026-01-13T11:01:58.460" v="875" actId="478"/>
          <ac:spMkLst>
            <pc:docMk/>
            <pc:sldMk cId="3191470131" sldId="271"/>
            <ac:spMk id="5" creationId="{25C48388-FED2-C2D2-43BF-737F4B880A56}"/>
          </ac:spMkLst>
        </pc:spChg>
        <pc:spChg chg="add del mod">
          <ac:chgData name="Mounika A" userId="3b84c50899620197" providerId="LiveId" clId="{59C48996-FA44-4C3E-AE56-2F9AF6BD55C4}" dt="2026-01-13T11:11:06.994" v="964"/>
          <ac:spMkLst>
            <pc:docMk/>
            <pc:sldMk cId="3191470131" sldId="271"/>
            <ac:spMk id="6" creationId="{6547B23E-8E71-E66D-0CE8-CD32A552ED89}"/>
          </ac:spMkLst>
        </pc:spChg>
        <pc:spChg chg="mod ord">
          <ac:chgData name="Mounika A" userId="3b84c50899620197" providerId="LiveId" clId="{59C48996-FA44-4C3E-AE56-2F9AF6BD55C4}" dt="2026-01-13T11:32:50.105" v="1150" actId="1076"/>
          <ac:spMkLst>
            <pc:docMk/>
            <pc:sldMk cId="3191470131" sldId="271"/>
            <ac:spMk id="7" creationId="{DBA00D09-ECED-73D8-81B8-712668122799}"/>
          </ac:spMkLst>
        </pc:spChg>
        <pc:spChg chg="add mod">
          <ac:chgData name="Mounika A" userId="3b84c50899620197" providerId="LiveId" clId="{59C48996-FA44-4C3E-AE56-2F9AF6BD55C4}" dt="2026-01-13T12:38:40.676" v="1603" actId="1076"/>
          <ac:spMkLst>
            <pc:docMk/>
            <pc:sldMk cId="3191470131" sldId="271"/>
            <ac:spMk id="8" creationId="{059E93CB-2312-2EF3-2637-509EBD6D7157}"/>
          </ac:spMkLst>
        </pc:spChg>
        <pc:spChg chg="add del mod">
          <ac:chgData name="Mounika A" userId="3b84c50899620197" providerId="LiveId" clId="{59C48996-FA44-4C3E-AE56-2F9AF6BD55C4}" dt="2026-01-13T11:13:04.003" v="994"/>
          <ac:spMkLst>
            <pc:docMk/>
            <pc:sldMk cId="3191470131" sldId="271"/>
            <ac:spMk id="9" creationId="{0780045B-FE62-456E-68B7-8E7DBE65D099}"/>
          </ac:spMkLst>
        </pc:spChg>
        <pc:spChg chg="add mod">
          <ac:chgData name="Mounika A" userId="3b84c50899620197" providerId="LiveId" clId="{59C48996-FA44-4C3E-AE56-2F9AF6BD55C4}" dt="2026-01-13T11:24:37.561" v="1113" actId="1076"/>
          <ac:spMkLst>
            <pc:docMk/>
            <pc:sldMk cId="3191470131" sldId="271"/>
            <ac:spMk id="10" creationId="{6F20AA1D-CEE2-BA56-1558-416D9329BF34}"/>
          </ac:spMkLst>
        </pc:spChg>
        <pc:spChg chg="add del mod">
          <ac:chgData name="Mounika A" userId="3b84c50899620197" providerId="LiveId" clId="{59C48996-FA44-4C3E-AE56-2F9AF6BD55C4}" dt="2026-01-13T11:14:28.049" v="999" actId="478"/>
          <ac:spMkLst>
            <pc:docMk/>
            <pc:sldMk cId="3191470131" sldId="271"/>
            <ac:spMk id="11" creationId="{AD3DD14D-CF8E-F4A1-D1C4-B4D9D2F4ABE7}"/>
          </ac:spMkLst>
        </pc:spChg>
        <pc:picChg chg="add mod">
          <ac:chgData name="Mounika A" userId="3b84c50899620197" providerId="LiveId" clId="{59C48996-FA44-4C3E-AE56-2F9AF6BD55C4}" dt="2026-01-13T11:32:59.771" v="1151" actId="1076"/>
          <ac:picMkLst>
            <pc:docMk/>
            <pc:sldMk cId="3191470131" sldId="271"/>
            <ac:picMk id="13" creationId="{203E88EE-50ED-AA97-7D5C-15D722FDB812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custT="1"/>
      <dgm:spPr/>
      <dgm:t>
        <a:bodyPr/>
        <a:lstStyle/>
        <a:p>
          <a:pPr algn="ctr">
            <a:buNone/>
          </a:pPr>
          <a:r>
            <a:rPr lang="en-IN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Onboarding &amp; Fundamentals</a:t>
          </a:r>
        </a:p>
        <a:p>
          <a:pPr algn="ctr">
            <a:buNone/>
          </a:pPr>
          <a:r>
            <a:rPr lang="en-IN" sz="1400" b="0" dirty="0">
              <a:latin typeface="Times New Roman" panose="02020603050405020304" pitchFamily="18" charset="0"/>
              <a:cs typeface="Times New Roman" panose="02020603050405020304" pitchFamily="18" charset="0"/>
            </a:rPr>
            <a:t>Understanding the project requirements , development workflow and basic full stack concepts.</a:t>
          </a:r>
          <a:r>
            <a:rPr lang="en-IN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pPr algn="ctr">
            <a:buNone/>
          </a:pPr>
          <a:r>
            <a:rPr lang="en-IN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pPr algn="ctr">
            <a:buNone/>
          </a:pPr>
          <a:br>
            <a:rPr lang="en-IN" sz="1500" dirty="0"/>
          </a:br>
          <a:endParaRPr lang="en-US" sz="1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custT="1"/>
      <dgm:spPr/>
      <dgm:t>
        <a:bodyPr/>
        <a:lstStyle/>
        <a:p>
          <a:pPr algn="ctr">
            <a:buNone/>
          </a:pPr>
          <a:r>
            <a:rPr lang="en-IN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Full Stack Skill Development</a:t>
          </a:r>
        </a:p>
        <a:p>
          <a:pPr algn="ctr">
            <a:buNone/>
          </a:pPr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Development of frontend layouts, learning backend fundamentals , and practicing version control , coding standards.  </a:t>
          </a:r>
          <a:b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US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0" custT="1"/>
      <dgm:spPr/>
      <dgm:t>
        <a:bodyPr/>
        <a:lstStyle/>
        <a:p>
          <a:pPr algn="ctr"/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Application Development</a:t>
          </a:r>
        </a:p>
        <a:p>
          <a:pPr algn="ctr"/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Integration of frontend and backend components and resolution of functional and</a:t>
          </a:r>
        </a:p>
        <a:p>
          <a:pPr algn="ctr"/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Interface-related issues.  </a:t>
          </a:r>
        </a:p>
        <a:p>
          <a:pPr algn="r"/>
          <a:endParaRPr lang="en-US" sz="1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9BB442BC-DCA9-46C1-9C36-44515B49B3CD}">
      <dgm:prSet custT="1"/>
      <dgm:spPr/>
      <dgm:t>
        <a:bodyPr/>
        <a:lstStyle/>
        <a:p>
          <a:pPr algn="ctr"/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Advanced Development &amp; Testing</a:t>
          </a:r>
        </a:p>
        <a:p>
          <a:pPr algn="ctr"/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Enhancement of application functionalities , optimization of code ,  database operations and testing</a:t>
          </a:r>
        </a:p>
      </dgm:t>
    </dgm:pt>
    <dgm:pt modelId="{EAF6C6DA-3B02-4D40-90ED-93730FC27E61}" type="parTrans" cxnId="{E3F8BD36-0EEF-44A6-9C05-4E3093F4E564}">
      <dgm:prSet/>
      <dgm:spPr/>
      <dgm:t>
        <a:bodyPr/>
        <a:lstStyle/>
        <a:p>
          <a:endParaRPr lang="en-IN"/>
        </a:p>
      </dgm:t>
    </dgm:pt>
    <dgm:pt modelId="{0AC9A0C4-38C4-4D35-8B51-31A920652174}" type="sibTrans" cxnId="{E3F8BD36-0EEF-44A6-9C05-4E3093F4E564}">
      <dgm:prSet/>
      <dgm:spPr/>
      <dgm:t>
        <a:bodyPr/>
        <a:lstStyle/>
        <a:p>
          <a:endParaRPr lang="en-IN"/>
        </a:p>
      </dgm:t>
    </dgm:pt>
    <dgm:pt modelId="{9A63BEA4-D526-4F58-A07E-469E37F36631}">
      <dgm:prSet/>
      <dgm:spPr/>
      <dgm:t>
        <a:bodyPr/>
        <a:lstStyle/>
        <a:p>
          <a:pPr algn="r"/>
          <a:endParaRPr lang="en-IN" sz="1600" dirty="0"/>
        </a:p>
      </dgm:t>
    </dgm:pt>
    <dgm:pt modelId="{F52BA9BF-D337-426A-A074-3CD73E320C2C}" type="parTrans" cxnId="{5F2B0876-ED57-4DE3-83BC-0331A37AFE40}">
      <dgm:prSet/>
      <dgm:spPr/>
      <dgm:t>
        <a:bodyPr/>
        <a:lstStyle/>
        <a:p>
          <a:endParaRPr lang="en-IN"/>
        </a:p>
      </dgm:t>
    </dgm:pt>
    <dgm:pt modelId="{2611C598-3397-49F0-9EDE-5CE080A7E64D}" type="sibTrans" cxnId="{5F2B0876-ED57-4DE3-83BC-0331A37AFE40}">
      <dgm:prSet/>
      <dgm:spPr/>
      <dgm:t>
        <a:bodyPr/>
        <a:lstStyle/>
        <a:p>
          <a:endParaRPr lang="en-IN"/>
        </a:p>
      </dgm:t>
    </dgm:pt>
    <dgm:pt modelId="{DF430584-93F6-4183-8D23-46C5C682D99F}">
      <dgm:prSet custT="1"/>
      <dgm:spPr/>
      <dgm:t>
        <a:bodyPr/>
        <a:lstStyle/>
        <a:p>
          <a:pPr algn="ctr"/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Project Completion and learning Outcomes</a:t>
          </a:r>
        </a:p>
        <a:p>
          <a:pPr algn="ctr"/>
          <a:r>
            <a:rPr lang="en-IN" sz="1400" b="0" dirty="0">
              <a:latin typeface="Times New Roman" panose="02020603050405020304" pitchFamily="18" charset="0"/>
              <a:cs typeface="Times New Roman" panose="02020603050405020304" pitchFamily="18" charset="0"/>
            </a:rPr>
            <a:t>Completion of assigned modules , hands-on full stack development experience and improvement in teamwork and communication skills.</a:t>
          </a:r>
        </a:p>
      </dgm:t>
    </dgm:pt>
    <dgm:pt modelId="{6D9A6297-355E-4878-AB73-445AE18379B8}" type="parTrans" cxnId="{E62A48FC-DF14-4BF3-8885-B6851856778E}">
      <dgm:prSet/>
      <dgm:spPr/>
      <dgm:t>
        <a:bodyPr/>
        <a:lstStyle/>
        <a:p>
          <a:endParaRPr lang="en-IN"/>
        </a:p>
      </dgm:t>
    </dgm:pt>
    <dgm:pt modelId="{EF261575-F480-43CF-8FB1-E6BD03F36018}" type="sibTrans" cxnId="{E62A48FC-DF14-4BF3-8885-B6851856778E}">
      <dgm:prSet/>
      <dgm:spPr/>
      <dgm:t>
        <a:bodyPr/>
        <a:lstStyle/>
        <a:p>
          <a:endParaRPr lang="en-IN"/>
        </a:p>
      </dgm:t>
    </dgm:pt>
    <dgm:pt modelId="{2D353404-40E9-45E5-AAAB-1B7D4B27C3E0}">
      <dgm:prSet/>
      <dgm:spPr/>
      <dgm:t>
        <a:bodyPr/>
        <a:lstStyle/>
        <a:p>
          <a:pPr algn="r"/>
          <a:r>
            <a:rPr lang="en-US" sz="1800" dirty="0"/>
            <a:t> </a:t>
          </a:r>
          <a:endParaRPr lang="en-IN" sz="1800" dirty="0"/>
        </a:p>
      </dgm:t>
    </dgm:pt>
    <dgm:pt modelId="{9AA531C7-FD35-4494-88A2-E2FE7FEE4D63}" type="parTrans" cxnId="{750BC004-32C6-4A27-8DF9-FDF1125DF6B5}">
      <dgm:prSet/>
      <dgm:spPr/>
      <dgm:t>
        <a:bodyPr/>
        <a:lstStyle/>
        <a:p>
          <a:endParaRPr lang="en-IN"/>
        </a:p>
      </dgm:t>
    </dgm:pt>
    <dgm:pt modelId="{3E237263-6ED5-4870-9AA7-EE0C26A82F74}" type="sibTrans" cxnId="{750BC004-32C6-4A27-8DF9-FDF1125DF6B5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750BC004-32C6-4A27-8DF9-FDF1125DF6B5}" srcId="{65C051F6-A849-4495-A964-CD4C650B9C06}" destId="{2D353404-40E9-45E5-AAAB-1B7D4B27C3E0}" srcOrd="1" destOrd="0" parTransId="{9AA531C7-FD35-4494-88A2-E2FE7FEE4D63}" sibTransId="{3E237263-6ED5-4870-9AA7-EE0C26A82F74}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BE651013-278F-4F01-87BA-284EC436D936}" type="presOf" srcId="{A59EC69B-8F3F-425B-819F-E8C557946AEE}" destId="{4C66D42D-7E6D-4563-AFDC-369C30B73F70}" srcOrd="0" destOrd="0" presId="urn:microsoft.com/office/officeart/2011/layout/InterconnectedBlockProcess"/>
    <dgm:cxn modelId="{B560AB16-61C0-4128-9484-3AFE90E8BA38}" type="presOf" srcId="{9BB442BC-DCA9-46C1-9C36-44515B49B3CD}" destId="{98225A61-A0EC-450A-BED8-EF2E47E8FD18}" srcOrd="1" destOrd="0" presId="urn:microsoft.com/office/officeart/2011/layout/InterconnectedBlockProcess"/>
    <dgm:cxn modelId="{9CDED326-C91D-459D-B348-840FEB361876}" type="presOf" srcId="{9BB442BC-DCA9-46C1-9C36-44515B49B3CD}" destId="{FC0F1314-3294-4A8C-8DCE-EB53E236164C}" srcOrd="0" destOrd="0" presId="urn:microsoft.com/office/officeart/2011/layout/InterconnectedBlockProcess"/>
    <dgm:cxn modelId="{87964432-BBFD-4826-AEE8-034507A331B3}" type="presOf" srcId="{2D353404-40E9-45E5-AAAB-1B7D4B27C3E0}" destId="{8CAE5A4D-0C7B-48A6-917B-0B8433D0574B}" srcOrd="0" destOrd="1" presId="urn:microsoft.com/office/officeart/2011/layout/InterconnectedBlockProcess"/>
    <dgm:cxn modelId="{E3F8BD36-0EEF-44A6-9C05-4E3093F4E564}" srcId="{5E92505A-51E0-4F78-B3C5-704ACF8710DE}" destId="{9BB442BC-DCA9-46C1-9C36-44515B49B3CD}" srcOrd="0" destOrd="0" parTransId="{EAF6C6DA-3B02-4D40-90ED-93730FC27E61}" sibTransId="{0AC9A0C4-38C4-4D35-8B51-31A920652174}"/>
    <dgm:cxn modelId="{EF4B3165-9C09-4D86-ADD1-9B9FA996D95E}" type="presOf" srcId="{73DB572E-062D-41AD-8033-D361B8E583DB}" destId="{2532504F-5FE1-4C97-B485-F05E8885EACC}" srcOrd="0" destOrd="0" presId="urn:microsoft.com/office/officeart/2011/layout/InterconnectedBlockProcess"/>
    <dgm:cxn modelId="{34865F4C-0744-4A65-8B67-06CD3A74127E}" type="presOf" srcId="{9A63BEA4-D526-4F58-A07E-469E37F36631}" destId="{98225A61-A0EC-450A-BED8-EF2E47E8FD18}" srcOrd="1" destOrd="1" presId="urn:microsoft.com/office/officeart/2011/layout/InterconnectedBlockProcess"/>
    <dgm:cxn modelId="{67E72370-66A3-49BE-8306-E27D23BAE594}" type="presOf" srcId="{7B3055AA-BF7C-46D0-9A9E-60087B9F57B4}" destId="{00BB3360-A9BB-4051-A4B1-1216F82F642C}" srcOrd="0" destOrd="0" presId="urn:microsoft.com/office/officeart/2011/layout/InterconnectedBlockProcess"/>
    <dgm:cxn modelId="{5F2B0876-ED57-4DE3-83BC-0331A37AFE40}" srcId="{5E92505A-51E0-4F78-B3C5-704ACF8710DE}" destId="{9A63BEA4-D526-4F58-A07E-469E37F36631}" srcOrd="1" destOrd="0" parTransId="{F52BA9BF-D337-426A-A074-3CD73E320C2C}" sibTransId="{2611C598-3397-49F0-9EDE-5CE080A7E64D}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8B8BD785-5477-4901-9F3F-69F8F94F6076}" type="presOf" srcId="{DF430584-93F6-4183-8D23-46C5C682D99F}" destId="{928B615F-0F8D-4140-A638-0FBB8F5BF1E9}" srcOrd="1" destOrd="0" presId="urn:microsoft.com/office/officeart/2011/layout/InterconnectedBlockProcess"/>
    <dgm:cxn modelId="{E3549C8B-2DC0-48BE-9C74-32F222C873EE}" type="presOf" srcId="{D471E45F-B026-44AA-9616-57E786AE80AF}" destId="{1C91D7E3-8940-4A33-9182-677DD5415901}" srcOrd="1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6B0A31AF-C052-4BB5-86F2-8AC3C5DF35BC}" type="presOf" srcId="{5E92505A-51E0-4F78-B3C5-704ACF8710DE}" destId="{2AAD338D-3122-4454-9A67-16BE024D44E3}" srcOrd="0" destOrd="0" presId="urn:microsoft.com/office/officeart/2011/layout/InterconnectedBlockProcess"/>
    <dgm:cxn modelId="{561D3AAF-AB97-4096-AC33-4F1FDB77E9D3}" type="presOf" srcId="{65C051F6-A849-4495-A964-CD4C650B9C06}" destId="{C73DE52A-2F45-45E6-AD0E-D5BEAF609F8E}" srcOrd="0" destOrd="0" presId="urn:microsoft.com/office/officeart/2011/layout/InterconnectedBlockProcess"/>
    <dgm:cxn modelId="{E19005B8-D8CE-4438-AFB1-3B36C081E16C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CAB133BD-C5F8-4FA3-9232-85841692BD91}" type="presOf" srcId="{9FED87C4-3F3B-4A18-9185-9F80CFEDEA2E}" destId="{06F8D57B-EDF4-4CF4-8700-DC2CA3E3028E}" srcOrd="0" destOrd="0" presId="urn:microsoft.com/office/officeart/2011/layout/InterconnectedBlockProcess"/>
    <dgm:cxn modelId="{0B5A12C4-1577-4052-BB36-38C3A2B282C8}" type="presOf" srcId="{73DB572E-062D-41AD-8033-D361B8E583DB}" destId="{0D08ED52-6744-4369-B780-916B09984775}" srcOrd="1" destOrd="0" presId="urn:microsoft.com/office/officeart/2011/layout/InterconnectedBlockProcess"/>
    <dgm:cxn modelId="{A1ED6FCB-1EAB-4945-8F87-253F1A745F42}" type="presOf" srcId="{2D353404-40E9-45E5-AAAB-1B7D4B27C3E0}" destId="{928B615F-0F8D-4140-A638-0FBB8F5BF1E9}" srcOrd="1" destOrd="1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813DBAD5-EC53-4B95-ADED-E1E4C33D68B7}" type="presOf" srcId="{D471E45F-B026-44AA-9616-57E786AE80AF}" destId="{A134CDD1-D85F-44EF-8BEE-9F99A855C1E6}" srcOrd="0" destOrd="0" presId="urn:microsoft.com/office/officeart/2011/layout/InterconnectedBlockProcess"/>
    <dgm:cxn modelId="{E9F8D2D6-6048-4ACB-88F5-8982BABF1AB3}" type="presOf" srcId="{9A63BEA4-D526-4F58-A07E-469E37F36631}" destId="{FC0F1314-3294-4A8C-8DCE-EB53E236164C}" srcOrd="0" destOrd="1" presId="urn:microsoft.com/office/officeart/2011/layout/InterconnectedBlockProcess"/>
    <dgm:cxn modelId="{44306DE2-0F76-41C3-8EFA-1EFAE0ED85D9}" type="presOf" srcId="{9FED87C4-3F3B-4A18-9185-9F80CFEDEA2E}" destId="{6BCCFBA6-7A43-4631-AD7F-AFB10E1E6CD7}" srcOrd="1" destOrd="0" presId="urn:microsoft.com/office/officeart/2011/layout/InterconnectedBlockProcess"/>
    <dgm:cxn modelId="{CF792CE8-F338-42B3-8954-607873064595}" type="presOf" srcId="{DF430584-93F6-4183-8D23-46C5C682D99F}" destId="{8CAE5A4D-0C7B-48A6-917B-0B8433D0574B}" srcOrd="0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E62A48FC-DF14-4BF3-8885-B6851856778E}" srcId="{65C051F6-A849-4495-A964-CD4C650B9C06}" destId="{DF430584-93F6-4183-8D23-46C5C682D99F}" srcOrd="0" destOrd="0" parTransId="{6D9A6297-355E-4878-AB73-445AE18379B8}" sibTransId="{EF261575-F480-43CF-8FB1-E6BD03F36018}"/>
    <dgm:cxn modelId="{38CBD2BA-B2A1-4934-B6EF-145B09363689}" type="presParOf" srcId="{A6BCDA7B-D633-438F-B44D-CB4D60E5C492}" destId="{0EA92EC0-9C6F-4663-B822-B1E8E3DCB13B}" srcOrd="0" destOrd="0" presId="urn:microsoft.com/office/officeart/2011/layout/InterconnectedBlockProcess"/>
    <dgm:cxn modelId="{37C27D84-8290-4540-80C9-57F231BB3205}" type="presParOf" srcId="{0EA92EC0-9C6F-4663-B822-B1E8E3DCB13B}" destId="{8CAE5A4D-0C7B-48A6-917B-0B8433D0574B}" srcOrd="0" destOrd="0" presId="urn:microsoft.com/office/officeart/2011/layout/InterconnectedBlockProcess"/>
    <dgm:cxn modelId="{444FBB7E-8288-4803-93A3-A0CAE9F4B644}" type="presParOf" srcId="{A6BCDA7B-D633-438F-B44D-CB4D60E5C492}" destId="{928B615F-0F8D-4140-A638-0FBB8F5BF1E9}" srcOrd="1" destOrd="0" presId="urn:microsoft.com/office/officeart/2011/layout/InterconnectedBlockProcess"/>
    <dgm:cxn modelId="{A8B4615C-25E3-4B3B-BEB2-6850E9AF4FCF}" type="presParOf" srcId="{A6BCDA7B-D633-438F-B44D-CB4D60E5C492}" destId="{C73DE52A-2F45-45E6-AD0E-D5BEAF609F8E}" srcOrd="2" destOrd="0" presId="urn:microsoft.com/office/officeart/2011/layout/InterconnectedBlockProcess"/>
    <dgm:cxn modelId="{4B474167-0F13-419A-B10A-D022DF607ED0}" type="presParOf" srcId="{A6BCDA7B-D633-438F-B44D-CB4D60E5C492}" destId="{EA3B7F60-AEEC-41A8-8A2C-D3679EFCD073}" srcOrd="3" destOrd="0" presId="urn:microsoft.com/office/officeart/2011/layout/InterconnectedBlockProcess"/>
    <dgm:cxn modelId="{767D1F08-D41D-4CEC-8A81-6B7224A4443D}" type="presParOf" srcId="{EA3B7F60-AEEC-41A8-8A2C-D3679EFCD073}" destId="{FC0F1314-3294-4A8C-8DCE-EB53E236164C}" srcOrd="0" destOrd="0" presId="urn:microsoft.com/office/officeart/2011/layout/InterconnectedBlockProcess"/>
    <dgm:cxn modelId="{EA5EB693-B99A-4FF8-88FD-07BC43E1CA26}" type="presParOf" srcId="{A6BCDA7B-D633-438F-B44D-CB4D60E5C492}" destId="{98225A61-A0EC-450A-BED8-EF2E47E8FD18}" srcOrd="4" destOrd="0" presId="urn:microsoft.com/office/officeart/2011/layout/InterconnectedBlockProcess"/>
    <dgm:cxn modelId="{6093094B-7AFD-4AE1-A11E-D989F2B232C7}" type="presParOf" srcId="{A6BCDA7B-D633-438F-B44D-CB4D60E5C492}" destId="{2AAD338D-3122-4454-9A67-16BE024D44E3}" srcOrd="5" destOrd="0" presId="urn:microsoft.com/office/officeart/2011/layout/InterconnectedBlockProcess"/>
    <dgm:cxn modelId="{CD8848C6-3A78-41A5-BF1E-FACB57591014}" type="presParOf" srcId="{A6BCDA7B-D633-438F-B44D-CB4D60E5C492}" destId="{96AFCF47-32CA-4C44-9E3C-782007B7112E}" srcOrd="6" destOrd="0" presId="urn:microsoft.com/office/officeart/2011/layout/InterconnectedBlockProcess"/>
    <dgm:cxn modelId="{D8AD1DE4-EDE8-4340-B505-B2348FC61682}" type="presParOf" srcId="{96AFCF47-32CA-4C44-9E3C-782007B7112E}" destId="{2532504F-5FE1-4C97-B485-F05E8885EACC}" srcOrd="0" destOrd="0" presId="urn:microsoft.com/office/officeart/2011/layout/InterconnectedBlockProcess"/>
    <dgm:cxn modelId="{3DC438E0-C1AC-489E-8A34-294E2A5C180C}" type="presParOf" srcId="{A6BCDA7B-D633-438F-B44D-CB4D60E5C492}" destId="{0D08ED52-6744-4369-B780-916B09984775}" srcOrd="7" destOrd="0" presId="urn:microsoft.com/office/officeart/2011/layout/InterconnectedBlockProcess"/>
    <dgm:cxn modelId="{315A4FF4-9269-4DD9-A4CA-13012DA4CFA8}" type="presParOf" srcId="{A6BCDA7B-D633-438F-B44D-CB4D60E5C492}" destId="{4C66D42D-7E6D-4563-AFDC-369C30B73F70}" srcOrd="8" destOrd="0" presId="urn:microsoft.com/office/officeart/2011/layout/InterconnectedBlockProcess"/>
    <dgm:cxn modelId="{5CF4BB2E-2C28-43B0-8A09-E3F6A2FBE333}" type="presParOf" srcId="{A6BCDA7B-D633-438F-B44D-CB4D60E5C492}" destId="{C1269CE6-C767-48CC-AAFD-A238D1FFDABA}" srcOrd="9" destOrd="0" presId="urn:microsoft.com/office/officeart/2011/layout/InterconnectedBlockProcess"/>
    <dgm:cxn modelId="{EF886487-5551-4CCC-9261-1BC8BB274ED9}" type="presParOf" srcId="{C1269CE6-C767-48CC-AAFD-A238D1FFDABA}" destId="{06F8D57B-EDF4-4CF4-8700-DC2CA3E3028E}" srcOrd="0" destOrd="0" presId="urn:microsoft.com/office/officeart/2011/layout/InterconnectedBlockProcess"/>
    <dgm:cxn modelId="{B96BAA4D-CBB6-4F90-9A1E-A8A9AC6D9E2B}" type="presParOf" srcId="{A6BCDA7B-D633-438F-B44D-CB4D60E5C492}" destId="{6BCCFBA6-7A43-4631-AD7F-AFB10E1E6CD7}" srcOrd="10" destOrd="0" presId="urn:microsoft.com/office/officeart/2011/layout/InterconnectedBlockProcess"/>
    <dgm:cxn modelId="{D154AA11-B214-4945-9BB5-7EA36A3F5320}" type="presParOf" srcId="{A6BCDA7B-D633-438F-B44D-CB4D60E5C492}" destId="{00BB3360-A9BB-4051-A4B1-1216F82F642C}" srcOrd="11" destOrd="0" presId="urn:microsoft.com/office/officeart/2011/layout/InterconnectedBlockProcess"/>
    <dgm:cxn modelId="{D22C2227-BAC2-44B4-B0C7-77FE328E24C5}" type="presParOf" srcId="{A6BCDA7B-D633-438F-B44D-CB4D60E5C492}" destId="{7305DF14-0FF5-45E4-8B19-015814092DBD}" srcOrd="12" destOrd="0" presId="urn:microsoft.com/office/officeart/2011/layout/InterconnectedBlockProcess"/>
    <dgm:cxn modelId="{7D06FBFB-C54E-4C29-BBBB-AFB02C238C7F}" type="presParOf" srcId="{7305DF14-0FF5-45E4-8B19-015814092DBD}" destId="{A134CDD1-D85F-44EF-8BEE-9F99A855C1E6}" srcOrd="0" destOrd="0" presId="urn:microsoft.com/office/officeart/2011/layout/InterconnectedBlockProcess"/>
    <dgm:cxn modelId="{DB7EB75A-61CE-443D-BED7-D1A2AB7C67F2}" type="presParOf" srcId="{A6BCDA7B-D633-438F-B44D-CB4D60E5C492}" destId="{1C91D7E3-8940-4A33-9182-677DD5415901}" srcOrd="13" destOrd="0" presId="urn:microsoft.com/office/officeart/2011/layout/InterconnectedBlockProcess"/>
    <dgm:cxn modelId="{1632817D-A01A-46AE-83A8-37F5FC8850A7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827814" y="949242"/>
          <a:ext cx="1495044" cy="3796968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Project Completion and learning Outcomes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Completion of assigned modules , hands-on full stack development experience and improvement in teamwork and communication skills.</a:t>
          </a:r>
        </a:p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 </a:t>
          </a:r>
          <a:endParaRPr lang="en-IN" sz="1800" kern="1200" dirty="0"/>
        </a:p>
      </dsp:txBody>
      <dsp:txXfrm>
        <a:off x="8017590" y="949242"/>
        <a:ext cx="1305268" cy="3796968"/>
      </dsp:txXfrm>
    </dsp:sp>
    <dsp:sp modelId="{C73DE52A-2F45-45E6-AD0E-D5BEAF609F8E}">
      <dsp:nvSpPr>
        <dsp:cNvPr id="0" name=""/>
        <dsp:cNvSpPr/>
      </dsp:nvSpPr>
      <dsp:spPr>
        <a:xfrm>
          <a:off x="7827814" y="0"/>
          <a:ext cx="1495044" cy="9492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827814" y="0"/>
        <a:ext cx="1495044" cy="949242"/>
      </dsp:txXfrm>
    </dsp:sp>
    <dsp:sp modelId="{FC0F1314-3294-4A8C-8DCE-EB53E236164C}">
      <dsp:nvSpPr>
        <dsp:cNvPr id="0" name=""/>
        <dsp:cNvSpPr/>
      </dsp:nvSpPr>
      <dsp:spPr>
        <a:xfrm>
          <a:off x="6336506" y="949242"/>
          <a:ext cx="1495044" cy="3559658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Advanced Development &amp; Testing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Enhancement of application functionalities , optimization of code ,  database operations and testing</a:t>
          </a:r>
        </a:p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 dirty="0"/>
        </a:p>
      </dsp:txBody>
      <dsp:txXfrm>
        <a:off x="6526282" y="949242"/>
        <a:ext cx="1305268" cy="3559658"/>
      </dsp:txXfrm>
    </dsp:sp>
    <dsp:sp modelId="{2AAD338D-3122-4454-9A67-16BE024D44E3}">
      <dsp:nvSpPr>
        <dsp:cNvPr id="0" name=""/>
        <dsp:cNvSpPr/>
      </dsp:nvSpPr>
      <dsp:spPr>
        <a:xfrm>
          <a:off x="6336506" y="118655"/>
          <a:ext cx="1495044" cy="83058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6336506" y="118655"/>
        <a:ext cx="1495044" cy="830586"/>
      </dsp:txXfrm>
    </dsp:sp>
    <dsp:sp modelId="{2532504F-5FE1-4C97-B485-F05E8885EACC}">
      <dsp:nvSpPr>
        <dsp:cNvPr id="0" name=""/>
        <dsp:cNvSpPr/>
      </dsp:nvSpPr>
      <dsp:spPr>
        <a:xfrm>
          <a:off x="4841462" y="949242"/>
          <a:ext cx="1495044" cy="332234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Application Development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Integration of frontend and backend components and resolution of functional and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Interface-related issues.  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031237" y="949242"/>
        <a:ext cx="1305268" cy="3322347"/>
      </dsp:txXfrm>
    </dsp:sp>
    <dsp:sp modelId="{4C66D42D-7E6D-4563-AFDC-369C30B73F70}">
      <dsp:nvSpPr>
        <dsp:cNvPr id="0" name=""/>
        <dsp:cNvSpPr/>
      </dsp:nvSpPr>
      <dsp:spPr>
        <a:xfrm>
          <a:off x="4841462" y="241107"/>
          <a:ext cx="1495044" cy="7119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841462" y="241107"/>
        <a:ext cx="1495044" cy="711931"/>
      </dsp:txXfrm>
    </dsp:sp>
    <dsp:sp modelId="{06F8D57B-EDF4-4CF4-8700-DC2CA3E3028E}">
      <dsp:nvSpPr>
        <dsp:cNvPr id="0" name=""/>
        <dsp:cNvSpPr/>
      </dsp:nvSpPr>
      <dsp:spPr>
        <a:xfrm>
          <a:off x="3346418" y="949242"/>
          <a:ext cx="1495044" cy="308503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Full Stack Skill Development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Development of frontend layouts, learning backend fundamentals , and practicing version control , coding standards.  </a:t>
          </a:r>
          <a:b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36193" y="949242"/>
        <a:ext cx="1305268" cy="3085037"/>
      </dsp:txXfrm>
    </dsp:sp>
    <dsp:sp modelId="{00BB3360-A9BB-4051-A4B1-1216F82F642C}">
      <dsp:nvSpPr>
        <dsp:cNvPr id="0" name=""/>
        <dsp:cNvSpPr/>
      </dsp:nvSpPr>
      <dsp:spPr>
        <a:xfrm>
          <a:off x="3346418" y="355965"/>
          <a:ext cx="1495044" cy="59327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6418" y="355965"/>
        <a:ext cx="1495044" cy="593276"/>
      </dsp:txXfrm>
    </dsp:sp>
    <dsp:sp modelId="{A134CDD1-D85F-44EF-8BEE-9F99A855C1E6}">
      <dsp:nvSpPr>
        <dsp:cNvPr id="0" name=""/>
        <dsp:cNvSpPr/>
      </dsp:nvSpPr>
      <dsp:spPr>
        <a:xfrm>
          <a:off x="1851373" y="949242"/>
          <a:ext cx="1495044" cy="28477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Onboarding &amp; Fundamentals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Understanding the project requirements , development workflow and basic full stack concepts.</a:t>
          </a:r>
          <a:r>
            <a:rPr lang="en-IN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IN" sz="1500" kern="1200" dirty="0"/>
          </a:b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41149" y="949242"/>
        <a:ext cx="1305268" cy="2847726"/>
      </dsp:txXfrm>
    </dsp:sp>
    <dsp:sp modelId="{65257024-FAC0-4522-B139-1CC85B547BE8}">
      <dsp:nvSpPr>
        <dsp:cNvPr id="0" name=""/>
        <dsp:cNvSpPr/>
      </dsp:nvSpPr>
      <dsp:spPr>
        <a:xfrm>
          <a:off x="1851373" y="474621"/>
          <a:ext cx="1495044" cy="47462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1851373" y="474621"/>
        <a:ext cx="1495044" cy="4746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13/01/2026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13-01-2026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13-01-2026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13-01-2026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13-01-2026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13-01-2026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13-01-2026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13-01-2026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13-01-2026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13-01-2026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13-01-2026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13-01-2026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13-01-2026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ouni0304/Full-Stack-Development-Internship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7595119" y="1900203"/>
            <a:ext cx="443522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endParaRPr lang="en-IN" sz="20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IN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Sudha P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Associate Professor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  <a:sym typeface="Verdana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Computer Science and Engineering</a:t>
            </a:r>
            <a:endParaRPr lang="en-US" sz="2000" b="1" i="0" u="none" strike="noStrike" cap="none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Mohammed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Sakthi S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FULL  STACK  DEVELOPMENT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158848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Mounika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20221CSE0329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1640"/>
            <a:ext cx="10515600" cy="4394719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Overview – Prola Tech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Prola Tech is a technology-driven software development and IT services company.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end-to-end services from planning, developing, implementing, and managing. 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It helps businesses perform in an efficient, faster, and profitable manner.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Headquartered in Bangalore , India, serving clients across multiple industry domains.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Vision: to deliver innovative, reliable, and scalable digital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9B6B9-2015-611F-61B4-B71FB84DD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F3B51E5-BCA6-6BE4-34B1-4BC879B2F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38" y="262490"/>
            <a:ext cx="8893629" cy="81053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and Products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32AC3-FCB1-7D58-E46E-32FF1E7F1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076BA-35F8-F078-E369-B30E42BDF10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19538" y="942845"/>
            <a:ext cx="10198100" cy="495410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b="1" dirty="0"/>
          </a:p>
          <a:p>
            <a:r>
              <a:rPr lang="en-US" sz="9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Development :-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user-friendly and scalable mobile applications.</a:t>
            </a:r>
          </a:p>
          <a:p>
            <a:pPr marL="0" indent="0">
              <a:buNone/>
            </a:pP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Development :-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of secure, responsive web applications.</a:t>
            </a:r>
          </a:p>
          <a:p>
            <a:pPr marL="0" indent="0">
              <a:buNone/>
            </a:pPr>
            <a:endParaRPr lang="en-US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of Things (IoT) :-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smart devices and data-driven IoT solutions.</a:t>
            </a:r>
          </a:p>
          <a:p>
            <a:pPr marL="0" indent="0">
              <a:buNone/>
            </a:pPr>
            <a:endParaRPr lang="en-US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Services :-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APIs and backend services for application integration.</a:t>
            </a:r>
          </a:p>
          <a:p>
            <a:pPr marL="0" indent="0">
              <a:buNone/>
            </a:pPr>
            <a:endParaRPr lang="en-US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Services :-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and management of applications on cloud platforms.</a:t>
            </a:r>
            <a:endParaRPr lang="en-US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US" sz="3100" dirty="0"/>
            </a:b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070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7BA0F-3E4D-45D4-E600-DDAE850EF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BA00D09-ECED-73D8-81B8-712668122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38" y="136525"/>
            <a:ext cx="8893629" cy="81053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Clients and Industries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B0482-6547-F958-613A-0B43D366C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B8AD8-122D-4D16-2F2C-0BAE2439590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19538" y="942845"/>
            <a:ext cx="10198100" cy="291069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Hospitality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9E93CB-2312-2EF3-2637-509EBD6D7157}"/>
              </a:ext>
            </a:extLst>
          </p:cNvPr>
          <p:cNvSpPr txBox="1"/>
          <p:nvPr/>
        </p:nvSpPr>
        <p:spPr>
          <a:xfrm>
            <a:off x="726232" y="3937167"/>
            <a:ext cx="4797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Projects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20AA1D-CEE2-BA56-1558-416D9329BF34}"/>
              </a:ext>
            </a:extLst>
          </p:cNvPr>
          <p:cNvSpPr txBox="1"/>
          <p:nvPr/>
        </p:nvSpPr>
        <p:spPr>
          <a:xfrm>
            <a:off x="726232" y="4460387"/>
            <a:ext cx="68968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Tally Integrated CRM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ERP Shipping Management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Village Asset Tracking System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03E88EE-50ED-AA97-7D5C-15D722FDB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058" y="685359"/>
            <a:ext cx="5299083" cy="456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470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6"/>
            <a:ext cx="10619792" cy="466592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:-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:-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on both Frontend and Backend technologies.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Database Integration.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creation of dynamic and interactive web applications.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APIs and CRUD Operations for data handling.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:-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complete web applications.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in-demand skill in IT industry.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career growth opportunities.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3656"/>
            <a:ext cx="10515600" cy="4058194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under the guidance of the Project Manager who provides over all direction and supervision.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team consists of frontend , backend developers , testers and interns  collaborating the project.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follows an Agile working approach for feature development, bug fixing, and system improvements.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planned, assigned, and reviewed systematically.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communication was maintained through team meetings, discussions, and progress updates.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5665"/>
            <a:ext cx="10515600" cy="405819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the right internship opportunity aligned with my domain.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Preparing and the clearing the interview process.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project requirements, workflow, and coding standards in the initial phase.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Adjusting to team collaboration and professional work environment.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time effectively while learning new technologies and completing assigned tasks.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9903"/>
            <a:ext cx="10515600" cy="405819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understand the project requirements and overall full stack application workflow.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the web technologies in real-time development tasks.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gain hands-on experience in frontend and backend development.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and follow coding standards, version control, and best practices.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assist in feature development, bug fixing, and system enhancement activities.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technical skills, teamwork, and professional work practices.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2031748"/>
              </p:ext>
            </p:extLst>
          </p:nvPr>
        </p:nvGraphicFramePr>
        <p:xfrm>
          <a:off x="470371" y="1210490"/>
          <a:ext cx="11174233" cy="4746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73019"/>
            <a:ext cx="10123708" cy="433961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https://github.com/mouni0304/Full-Stack-Development-Internship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12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7437</TotalTime>
  <Words>721</Words>
  <Application>Microsoft Office PowerPoint</Application>
  <PresentationFormat>Widescreen</PresentationFormat>
  <Paragraphs>124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Services and Products</vt:lpstr>
      <vt:lpstr>Clients and Industries</vt:lpstr>
      <vt:lpstr>Working domain or the technology</vt:lpstr>
      <vt:lpstr>About your team and reporting Manager</vt:lpstr>
      <vt:lpstr>Challenges Faced in Internship</vt:lpstr>
      <vt:lpstr>Objectives of the 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Mounika A</cp:lastModifiedBy>
  <cp:revision>716</cp:revision>
  <dcterms:created xsi:type="dcterms:W3CDTF">2022-10-14T07:18:17Z</dcterms:created>
  <dcterms:modified xsi:type="dcterms:W3CDTF">2026-01-13T17:32:42Z</dcterms:modified>
</cp:coreProperties>
</file>