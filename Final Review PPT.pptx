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2" r:id="rId18"/>
    <p:sldId id="279" r:id="rId19"/>
    <p:sldId id="280" r:id="rId20"/>
    <p:sldId id="281" r:id="rId21"/>
    <p:sldId id="283" r:id="rId22"/>
    <p:sldId id="267" r:id="rId23"/>
    <p:sldId id="268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ika A" userId="3b84c50899620197" providerId="LiveId" clId="{59C48996-FA44-4C3E-AE56-2F9AF6BD55C4}"/>
    <pc:docChg chg="undo custSel addSld delSld modSld addSection delSection">
      <pc:chgData name="Mounika A" userId="3b84c50899620197" providerId="LiveId" clId="{59C48996-FA44-4C3E-AE56-2F9AF6BD55C4}" dt="2026-04-20T18:04:44.394" v="6352" actId="20577"/>
      <pc:docMkLst>
        <pc:docMk/>
      </pc:docMkLst>
      <pc:sldChg chg="modSp mod">
        <pc:chgData name="Mounika A" userId="3b84c50899620197" providerId="LiveId" clId="{59C48996-FA44-4C3E-AE56-2F9AF6BD55C4}" dt="2026-04-20T18:04:44.394" v="6352" actId="20577"/>
        <pc:sldMkLst>
          <pc:docMk/>
          <pc:sldMk cId="3066724582" sldId="259"/>
        </pc:sldMkLst>
        <pc:spChg chg="mod">
          <ac:chgData name="Mounika A" userId="3b84c50899620197" providerId="LiveId" clId="{59C48996-FA44-4C3E-AE56-2F9AF6BD55C4}" dt="2026-04-20T18:04:44.394" v="6352" actId="20577"/>
          <ac:spMkLst>
            <pc:docMk/>
            <pc:sldMk cId="3066724582" sldId="259"/>
            <ac:spMk id="9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4-01T16:16:06.670" v="5519" actId="20577"/>
        <pc:sldMkLst>
          <pc:docMk/>
          <pc:sldMk cId="516993045" sldId="260"/>
        </pc:sldMkLst>
        <pc:spChg chg="mod">
          <ac:chgData name="Mounika A" userId="3b84c50899620197" providerId="LiveId" clId="{59C48996-FA44-4C3E-AE56-2F9AF6BD55C4}" dt="2026-04-01T16:16:06.670" v="5519" actId="20577"/>
          <ac:spMkLst>
            <pc:docMk/>
            <pc:sldMk cId="516993045" sldId="260"/>
            <ac:spMk id="97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4-01T16:39:56.155" v="5534" actId="113"/>
        <pc:sldMkLst>
          <pc:docMk/>
          <pc:sldMk cId="972927743" sldId="272"/>
        </pc:sldMkLst>
        <pc:spChg chg="mod">
          <ac:chgData name="Mounika A" userId="3b84c50899620197" providerId="LiveId" clId="{59C48996-FA44-4C3E-AE56-2F9AF6BD55C4}" dt="2026-04-01T16:39:56.155" v="5534" actId="113"/>
          <ac:spMkLst>
            <pc:docMk/>
            <pc:sldMk cId="972927743" sldId="272"/>
            <ac:spMk id="3" creationId="{00000000-0000-0000-0000-000000000000}"/>
          </ac:spMkLst>
        </pc:spChg>
      </pc:sldChg>
      <pc:sldChg chg="addSp delSp modSp mod">
        <pc:chgData name="Mounika A" userId="3b84c50899620197" providerId="LiveId" clId="{59C48996-FA44-4C3E-AE56-2F9AF6BD55C4}" dt="2026-04-01T16:49:43.919" v="5587" actId="20577"/>
        <pc:sldMkLst>
          <pc:docMk/>
          <pc:sldMk cId="3552477036" sldId="273"/>
        </pc:sldMkLst>
        <pc:spChg chg="mod">
          <ac:chgData name="Mounika A" userId="3b84c50899620197" providerId="LiveId" clId="{59C48996-FA44-4C3E-AE56-2F9AF6BD55C4}" dt="2026-04-01T16:49:43.919" v="5587" actId="20577"/>
          <ac:spMkLst>
            <pc:docMk/>
            <pc:sldMk cId="3552477036" sldId="273"/>
            <ac:spMk id="3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4-01T17:02:53.346" v="5738" actId="20577"/>
        <pc:sldMkLst>
          <pc:docMk/>
          <pc:sldMk cId="450598060" sldId="274"/>
        </pc:sldMkLst>
        <pc:spChg chg="mod">
          <ac:chgData name="Mounika A" userId="3b84c50899620197" providerId="LiveId" clId="{59C48996-FA44-4C3E-AE56-2F9AF6BD55C4}" dt="2026-04-01T17:02:53.346" v="5738" actId="20577"/>
          <ac:spMkLst>
            <pc:docMk/>
            <pc:sldMk cId="450598060" sldId="274"/>
            <ac:spMk id="3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4-01T17:03:30.645" v="5755" actId="20577"/>
        <pc:sldMkLst>
          <pc:docMk/>
          <pc:sldMk cId="3128696043" sldId="275"/>
        </pc:sldMkLst>
        <pc:spChg chg="mod">
          <ac:chgData name="Mounika A" userId="3b84c50899620197" providerId="LiveId" clId="{59C48996-FA44-4C3E-AE56-2F9AF6BD55C4}" dt="2026-04-01T17:03:30.645" v="5755" actId="20577"/>
          <ac:spMkLst>
            <pc:docMk/>
            <pc:sldMk cId="3128696043" sldId="275"/>
            <ac:spMk id="3" creationId="{00000000-0000-0000-0000-000000000000}"/>
          </ac:spMkLst>
        </pc:spChg>
      </pc:sldChg>
      <pc:sldChg chg="modSp add mod">
        <pc:chgData name="Mounika A" userId="3b84c50899620197" providerId="LiveId" clId="{59C48996-FA44-4C3E-AE56-2F9AF6BD55C4}" dt="2026-04-01T17:17:16.421" v="5812" actId="14100"/>
        <pc:sldMkLst>
          <pc:docMk/>
          <pc:sldMk cId="4195649332" sldId="277"/>
        </pc:sldMkLst>
        <pc:spChg chg="mod">
          <ac:chgData name="Mounika A" userId="3b84c50899620197" providerId="LiveId" clId="{59C48996-FA44-4C3E-AE56-2F9AF6BD55C4}" dt="2026-04-01T17:17:16.421" v="5812" actId="14100"/>
          <ac:spMkLst>
            <pc:docMk/>
            <pc:sldMk cId="4195649332" sldId="277"/>
            <ac:spMk id="2" creationId="{00000000-0000-0000-0000-000000000000}"/>
          </ac:spMkLst>
        </pc:spChg>
        <pc:spChg chg="mod">
          <ac:chgData name="Mounika A" userId="3b84c50899620197" providerId="LiveId" clId="{59C48996-FA44-4C3E-AE56-2F9AF6BD55C4}" dt="2026-04-01T17:14:41.426" v="5807" actId="14100"/>
          <ac:spMkLst>
            <pc:docMk/>
            <pc:sldMk cId="4195649332" sldId="277"/>
            <ac:spMk id="3" creationId="{00000000-0000-0000-0000-000000000000}"/>
          </ac:spMkLst>
        </pc:spChg>
      </pc:sldChg>
      <pc:sldChg chg="addSp delSp modSp add mod">
        <pc:chgData name="Mounika A" userId="3b84c50899620197" providerId="LiveId" clId="{59C48996-FA44-4C3E-AE56-2F9AF6BD55C4}" dt="2026-04-01T17:31:13.380" v="5921"/>
        <pc:sldMkLst>
          <pc:docMk/>
          <pc:sldMk cId="583511963" sldId="278"/>
        </pc:sldMkLst>
        <pc:spChg chg="mod">
          <ac:chgData name="Mounika A" userId="3b84c50899620197" providerId="LiveId" clId="{59C48996-FA44-4C3E-AE56-2F9AF6BD55C4}" dt="2026-04-01T17:29:45.766" v="5909" actId="14100"/>
          <ac:spMkLst>
            <pc:docMk/>
            <pc:sldMk cId="583511963" sldId="278"/>
            <ac:spMk id="2" creationId="{00000000-0000-0000-0000-000000000000}"/>
          </ac:spMkLst>
        </pc:spChg>
        <pc:spChg chg="add mod">
          <ac:chgData name="Mounika A" userId="3b84c50899620197" providerId="LiveId" clId="{59C48996-FA44-4C3E-AE56-2F9AF6BD55C4}" dt="2026-04-01T17:31:13.380" v="5921"/>
          <ac:spMkLst>
            <pc:docMk/>
            <pc:sldMk cId="583511963" sldId="278"/>
            <ac:spMk id="5" creationId="{2F3514D6-FC0D-6133-C9F4-A3E75614416A}"/>
          </ac:spMkLst>
        </pc:spChg>
      </pc:sldChg>
      <pc:sldChg chg="addSp delSp modSp add mod">
        <pc:chgData name="Mounika A" userId="3b84c50899620197" providerId="LiveId" clId="{59C48996-FA44-4C3E-AE56-2F9AF6BD55C4}" dt="2026-04-07T15:44:25.259" v="6189" actId="1076"/>
        <pc:sldMkLst>
          <pc:docMk/>
          <pc:sldMk cId="705921429" sldId="279"/>
        </pc:sldMkLst>
        <pc:spChg chg="add mod">
          <ac:chgData name="Mounika A" userId="3b84c50899620197" providerId="LiveId" clId="{59C48996-FA44-4C3E-AE56-2F9AF6BD55C4}" dt="2026-04-07T15:44:25.259" v="6189" actId="1076"/>
          <ac:spMkLst>
            <pc:docMk/>
            <pc:sldMk cId="705921429" sldId="279"/>
            <ac:spMk id="5" creationId="{A560E0C6-1A3C-70C7-DDEC-CF72C1B44CA2}"/>
          </ac:spMkLst>
        </pc:spChg>
      </pc:sldChg>
      <pc:sldChg chg="addSp delSp modSp add mod">
        <pc:chgData name="Mounika A" userId="3b84c50899620197" providerId="LiveId" clId="{59C48996-FA44-4C3E-AE56-2F9AF6BD55C4}" dt="2026-04-07T15:51:27.603" v="6291" actId="1076"/>
        <pc:sldMkLst>
          <pc:docMk/>
          <pc:sldMk cId="1574665174" sldId="280"/>
        </pc:sldMkLst>
        <pc:spChg chg="add mod">
          <ac:chgData name="Mounika A" userId="3b84c50899620197" providerId="LiveId" clId="{59C48996-FA44-4C3E-AE56-2F9AF6BD55C4}" dt="2026-04-07T15:51:27.603" v="6291" actId="1076"/>
          <ac:spMkLst>
            <pc:docMk/>
            <pc:sldMk cId="1574665174" sldId="280"/>
            <ac:spMk id="5" creationId="{5FE34FD4-1F3E-C81E-B5C6-62E998D408BC}"/>
          </ac:spMkLst>
        </pc:spChg>
      </pc:sldChg>
      <pc:sldChg chg="modSp add mod">
        <pc:chgData name="Mounika A" userId="3b84c50899620197" providerId="LiveId" clId="{59C48996-FA44-4C3E-AE56-2F9AF6BD55C4}" dt="2026-04-07T16:44:18.728" v="6333" actId="14100"/>
        <pc:sldMkLst>
          <pc:docMk/>
          <pc:sldMk cId="1623684717" sldId="281"/>
        </pc:sldMkLst>
        <pc:spChg chg="mod">
          <ac:chgData name="Mounika A" userId="3b84c50899620197" providerId="LiveId" clId="{59C48996-FA44-4C3E-AE56-2F9AF6BD55C4}" dt="2026-04-07T16:44:18.728" v="6333" actId="14100"/>
          <ac:spMkLst>
            <pc:docMk/>
            <pc:sldMk cId="1623684717" sldId="281"/>
            <ac:spMk id="3" creationId="{00000000-0000-0000-0000-000000000000}"/>
          </ac:spMkLst>
        </pc:spChg>
      </pc:sldChg>
      <pc:sldChg chg="addSp modSp new mod">
        <pc:chgData name="Mounika A" userId="3b84c50899620197" providerId="LiveId" clId="{59C48996-FA44-4C3E-AE56-2F9AF6BD55C4}" dt="2026-04-01T17:31:40.372" v="5924" actId="113"/>
        <pc:sldMkLst>
          <pc:docMk/>
          <pc:sldMk cId="1934270248" sldId="282"/>
        </pc:sldMkLst>
        <pc:spChg chg="add mod">
          <ac:chgData name="Mounika A" userId="3b84c50899620197" providerId="LiveId" clId="{59C48996-FA44-4C3E-AE56-2F9AF6BD55C4}" dt="2026-04-01T17:31:40.372" v="5924" actId="113"/>
          <ac:spMkLst>
            <pc:docMk/>
            <pc:sldMk cId="1934270248" sldId="282"/>
            <ac:spMk id="5" creationId="{35E3FFA7-7AA9-A669-1283-B7539D215AE7}"/>
          </ac:spMkLst>
        </pc:spChg>
      </pc:sldChg>
      <pc:sldChg chg="delSp modSp new mod">
        <pc:chgData name="Mounika A" userId="3b84c50899620197" providerId="LiveId" clId="{59C48996-FA44-4C3E-AE56-2F9AF6BD55C4}" dt="2026-04-07T16:51:10.055" v="6350" actId="14100"/>
        <pc:sldMkLst>
          <pc:docMk/>
          <pc:sldMk cId="2960146353" sldId="283"/>
        </pc:sldMkLst>
        <pc:spChg chg="mod">
          <ac:chgData name="Mounika A" userId="3b84c50899620197" providerId="LiveId" clId="{59C48996-FA44-4C3E-AE56-2F9AF6BD55C4}" dt="2026-04-07T16:51:10.055" v="6350" actId="14100"/>
          <ac:spMkLst>
            <pc:docMk/>
            <pc:sldMk cId="2960146353" sldId="283"/>
            <ac:spMk id="3" creationId="{789CF787-57A1-2DDB-FCCD-149E14530F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" TargetMode="External"/><Relationship Id="rId2" Type="http://schemas.openxmlformats.org/officeDocument/2006/relationships/hyperlink" Target="https://dev.to/codewithtee/15-html-and-css-good-practices-460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tbootstrap.com/docs/5.3/getting-started/introduction/" TargetMode="External"/><Relationship Id="rId5" Type="http://schemas.openxmlformats.org/officeDocument/2006/relationships/hyperlink" Target="https://www.w3schools.com/js/default.asp" TargetMode="External"/><Relationship Id="rId4" Type="http://schemas.openxmlformats.org/officeDocument/2006/relationships/hyperlink" Target="https://www.w3schools.com/css/default.asp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awesome.com/" TargetMode="External"/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tml.com/" TargetMode="External"/><Relationship Id="rId5" Type="http://schemas.openxmlformats.org/officeDocument/2006/relationships/hyperlink" Target="https://cdnjs.com/" TargetMode="External"/><Relationship Id="rId4" Type="http://schemas.openxmlformats.org/officeDocument/2006/relationships/hyperlink" Target="https://htmlcolorcodes.com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uni0304/Full-Stack-Development-Internship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595119" y="1900203"/>
            <a:ext cx="443522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endParaRPr lang="en-IN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Sudha P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Engineering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 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Review-5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FULL  STACK 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5884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Mounika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1640"/>
            <a:ext cx="10515600" cy="439471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– Prola Tech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Prola Tech is a technology-driven software development and IT services company.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end-to-end services from planning, developing, implementing, and managing.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helps businesses perform in an efficient, faster, and profitable manner.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Bangalore , India, serving clients across multiple industry domains.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 to deliver innovative, reliable, and scalable digital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B6B9-2015-611F-61B4-B71FB84D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3B51E5-BCA6-6BE4-34B1-4BC879B2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262490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and Products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32AC3-FCB1-7D58-E46E-32FF1E7F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076BA-35F8-F078-E369-B30E42BDF10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495410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b="1" dirty="0"/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user-friendly and scalable mobile applications.</a:t>
            </a:r>
          </a:p>
          <a:p>
            <a:pPr marL="0" indent="0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secure, responsive web applications.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smart devices and data-driven IoT solutions.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APIs and backend services for application integration.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management of applications on cloud platforms.</a:t>
            </a: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3100" dirty="0"/>
            </a:b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07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BA0F-3E4D-45D4-E600-DDAE850E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A00D09-ECED-73D8-81B8-71266812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136525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and Industries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B0482-6547-F958-613A-0B43D366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B8AD8-122D-4D16-2F2C-0BAE243959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291069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E93CB-2312-2EF3-2637-509EBD6D7157}"/>
              </a:ext>
            </a:extLst>
          </p:cNvPr>
          <p:cNvSpPr txBox="1"/>
          <p:nvPr/>
        </p:nvSpPr>
        <p:spPr>
          <a:xfrm>
            <a:off x="726232" y="3937167"/>
            <a:ext cx="4797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Projects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0AA1D-CEE2-BA56-1558-416D9329BF34}"/>
              </a:ext>
            </a:extLst>
          </p:cNvPr>
          <p:cNvSpPr txBox="1"/>
          <p:nvPr/>
        </p:nvSpPr>
        <p:spPr>
          <a:xfrm>
            <a:off x="726232" y="4460387"/>
            <a:ext cx="6896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Tally Integrated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Shipping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Village Asset Tracking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3E88EE-50ED-AA97-7D5C-15D722FDB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058" y="685359"/>
            <a:ext cx="5299083" cy="45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7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619792" cy="46659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both Frontend and Backend technologies.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Database Integration.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creation of dynamic and interactive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APIs and CRUD Operations for data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complete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in-demand skill in IT industry.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career growth opportunities.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3656"/>
            <a:ext cx="10515600" cy="405819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under the guidance of the Project Manager who provides over all direction and supervision.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consists of frontend , backend developers , testers and interns  collaborating the project.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follows an Agile working approach for feature development, bug fixing, and system improvements.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planned, assigned, and reviewed systematically.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communication was maintained through team meetings, discussions, and progress updates.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5665"/>
            <a:ext cx="10515600" cy="40581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right internship opportunity aligned with my domain.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and the clearing the interview process.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project requirements, workflow, and coding standards in the initial phase.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to team collaboration and professional work environment.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time effectively while learning new technologies and completing assigned tasks.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understand the project requirements and overall full stack application workflow.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the web technologies in real-time development tasks.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frontend and backend development.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and follow coding standards, version control, and best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feature development, bug fixing, and system enhancement activities.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technical skills, teamwork, and professional work practices.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2"/>
            <a:ext cx="10515600" cy="450637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HTML5 semantic elements and page structuring standards followed in modern websites.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CSS concepts including layout techniques, styling standards, and media queries.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responsive web design principles used in modern websites and web development best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Bootstrap framework for responsive grid system, pre-built UI components, and layout consistency.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existing websites to understand UI/UX design patterns and navigation flow.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JavaScript to implement interactivity and dynamic behavior in web applications.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245"/>
            <a:ext cx="10638453" cy="4506686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responsive Prola Tech Company website.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structured web pages using HTML5 with proper layout and navigation.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CSS styling techniques to achieve consistent layout and visual design.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cross-device compatibility by testing layouts on multiple screen resolutions.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Bootstrap framework to implement responsive grid systems and reusable UI components.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additional Construction Website with interactive features.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JavaScript to enhance user interaction and dynamic functionality. 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involves the development of a professional company website for Prola Tech as an assigned industrial task.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requires implementation of frontend web development using HTML5, CSS, and Bootstrap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must follow industry-standard design principles, including structured layout, clear navigation, and visual consistency.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enables practical exposure to real-time web development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Construction website with interactive and dynamic features.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JavaScript to enhance user interaction in Construction Website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142" y="1184366"/>
            <a:ext cx="10515600" cy="4647266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Internet Connection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 HTML5, CSS3, Bootstrap, JavaScript.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Editor: Visual Studio Code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Google Chrome /Firefox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GitHub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 of frontend development skills.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responsive web design.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maintainable UI development.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industry-level development practices.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foundation for future enhancements.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knowledge of layout planning, navigation flow, visual hierarchy, and user-centric design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learning through real-world project execution.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416" y="136525"/>
            <a:ext cx="10495384" cy="964488"/>
          </a:xfrm>
        </p:spPr>
        <p:txBody>
          <a:bodyPr>
            <a:normAutofit/>
          </a:bodyPr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780" y="1101013"/>
            <a:ext cx="10664888" cy="4739950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(UI)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modular UI design using a Mobile-First approach to ensure the websites adapt to all screen resolutions.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hierarchical navigation structure to provide clear and easy access to different sections of the website.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Component-Based Layout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the Bootstrap Grid System to design reusable UI components, ensuring layout consistency across different project types.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Mapping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the website into reusable sections such as Hero section, Services section, and Footer for better organization and scalability.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649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F3514D6-FC0D-6133-C9F4-A3E756144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2392" y="1120549"/>
            <a:ext cx="10170368" cy="528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HTML5 to create structured and semantic web pages.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CSS3 for styling, layout design, and visual presentation.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Bootstrap for responsive design and reusable UI components.</a:t>
            </a:r>
          </a:p>
          <a:p>
            <a:pPr marL="0" indent="0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Development: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Prola Tech Company Website with proper layout and navigation.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Construction Website with interactive features and responsive design.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511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B7A43-9652-49D4-A46D-E10F812A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20-04-2026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A85E8E-5539-7B23-D0B0-9F278A16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3FFA7-7AA9-A669-1283-B7539D215AE7}"/>
              </a:ext>
            </a:extLst>
          </p:cNvPr>
          <p:cNvSpPr txBox="1"/>
          <p:nvPr/>
        </p:nvSpPr>
        <p:spPr>
          <a:xfrm>
            <a:off x="838199" y="793101"/>
            <a:ext cx="981735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 Implementation: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JavaScript for user interaction and dynamic behaviour.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Visual Studio Code for coding and debugging.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GitHub for version control and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1934270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60E0C6-1A3C-70C7-DDEC-CF72C1B44C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969059"/>
            <a:ext cx="110396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functional testing to verify correct loading of web pages and content.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CSS styling for proper alignment, colors, and layout consistency.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navigation testing to ensure all links and pages work correctly</a:t>
            </a:r>
            <a:r>
              <a:rPr lang="en-US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responsive design across mobile, tablet, and desktop devices using Bootstrap.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JavaScript validation to check user inputs and interactive features.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cross-browser testing using Chrome.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21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FE34FD4-1F3E-C81E-B5C6-62E998D408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8612" y="976021"/>
            <a:ext cx="10405188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responsive websites including Prola Tech company website and a construction website.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HTML5, CSS3, Bootstrap, and JavaScript to build structured and interactive web pages.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in real-time web development and industry practices.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websites are user-friendly, responsive, and visually consistent.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understanding of professional workflow and Agile methodology.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strong foundation for future full stack development. </a:t>
            </a:r>
          </a:p>
        </p:txBody>
      </p:sp>
    </p:spTree>
    <p:extLst>
      <p:ext uri="{BB962C8B-B14F-4D97-AF65-F5344CB8AC3E}">
        <p14:creationId xmlns:p14="http://schemas.microsoft.com/office/powerpoint/2010/main" val="1574665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1722" y="1184366"/>
            <a:ext cx="10402078" cy="530850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CodeWithTee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“15 HTML and CSS Good Practices,” Dev.to,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https://dev.to/codewithtee/15-html-and-css-good-practices-4608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W3Schools, “HTML Tutorial,”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https://www.w3schools.com/html/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W3Schools, “CSS Tutorial,”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https://www.w3schools.com/css/default.asp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W3Schools, “JavaScript Tutorial,”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https://www.w3schools.com/js/default.asp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Bootstrap, “Bootstrap 5 Documentation,”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https://getbootstrap.com/docs/5.3/getting-started/introduction/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684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CF787-57A1-2DDB-FCCD-149E14530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6" y="821093"/>
            <a:ext cx="10618238" cy="485191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Google Fonts, “Font Library,”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https://fonts.google.com/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Font Awesome, “Icons Library,”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https://fontawesome.com/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HTML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Codes, “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https://htmlcolorcodes.com/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CDNJS, “Content Delivery Network,”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https://cdnjs.com/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HTML.com, “HTML Reference Guide,” 2026. [Online]. 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https://html.com/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E6AE7-AA5A-C24B-00D4-A37C5AC2B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20-04-2026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2094-3593-3B2A-C611-4C16E698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146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3019"/>
            <a:ext cx="10123708" cy="43396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https://github.com/mouni0304/Full-Stack-Development-Internship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7883</TotalTime>
  <Words>1597</Words>
  <Application>Microsoft Office PowerPoint</Application>
  <PresentationFormat>Widescreen</PresentationFormat>
  <Paragraphs>219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Google Sans Text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Services and Products</vt:lpstr>
      <vt:lpstr>Clients and Industries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PowerPoint Presentation</vt:lpstr>
      <vt:lpstr>System Testing</vt:lpstr>
      <vt:lpstr>Conclusion</vt:lpstr>
      <vt:lpstr>References</vt:lpstr>
      <vt:lpstr>PowerPoint Presentation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Mounika A</cp:lastModifiedBy>
  <cp:revision>720</cp:revision>
  <dcterms:created xsi:type="dcterms:W3CDTF">2022-10-14T07:18:17Z</dcterms:created>
  <dcterms:modified xsi:type="dcterms:W3CDTF">2026-04-20T18:04:45Z</dcterms:modified>
</cp:coreProperties>
</file>